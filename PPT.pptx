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13"/>
  </p:notesMasterIdLst>
  <p:sldIdLst>
    <p:sldId id="256" r:id="rId2"/>
    <p:sldId id="408" r:id="rId3"/>
    <p:sldId id="444" r:id="rId4"/>
    <p:sldId id="445" r:id="rId5"/>
    <p:sldId id="374" r:id="rId6"/>
    <p:sldId id="440" r:id="rId7"/>
    <p:sldId id="389" r:id="rId8"/>
    <p:sldId id="447" r:id="rId9"/>
    <p:sldId id="442" r:id="rId10"/>
    <p:sldId id="448" r:id="rId11"/>
    <p:sldId id="38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E108AC2-3472-49B1-A09D-63BCFFADCA12}">
          <p14:sldIdLst>
            <p14:sldId id="256"/>
            <p14:sldId id="408"/>
            <p14:sldId id="444"/>
            <p14:sldId id="445"/>
            <p14:sldId id="374"/>
            <p14:sldId id="440"/>
            <p14:sldId id="389"/>
            <p14:sldId id="447"/>
            <p14:sldId id="442"/>
            <p14:sldId id="448"/>
            <p14:sldId id="386"/>
          </p14:sldIdLst>
        </p14:section>
        <p14:section name="Untitled Section" id="{48A48745-FFD4-4853-A62C-A65212AF0D2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0282"/>
    <a:srgbClr val="2E75B6"/>
    <a:srgbClr val="B4D8F0"/>
    <a:srgbClr val="45CEF9"/>
    <a:srgbClr val="239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23B93-2E46-47C3-A346-F63BD6877C36}" v="91" dt="2025-11-11T08:35:15.1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V ROHITH REDDY" userId="3814f85648738e30" providerId="LiveId" clId="{3D0BE96F-EAE7-4736-9CB7-40C63C9EE2A3}"/>
    <pc:docChg chg="undo custSel addSld delSld modSld sldOrd modSection">
      <pc:chgData name="M V ROHITH REDDY" userId="3814f85648738e30" providerId="LiveId" clId="{3D0BE96F-EAE7-4736-9CB7-40C63C9EE2A3}" dt="2025-11-11T08:36:27.411" v="2853" actId="1076"/>
      <pc:docMkLst>
        <pc:docMk/>
      </pc:docMkLst>
      <pc:sldChg chg="modSp mod">
        <pc:chgData name="M V ROHITH REDDY" userId="3814f85648738e30" providerId="LiveId" clId="{3D0BE96F-EAE7-4736-9CB7-40C63C9EE2A3}" dt="2025-11-11T03:58:25.678" v="150" actId="113"/>
        <pc:sldMkLst>
          <pc:docMk/>
          <pc:sldMk cId="2825550054" sldId="256"/>
        </pc:sldMkLst>
        <pc:spChg chg="mod">
          <ac:chgData name="M V ROHITH REDDY" userId="3814f85648738e30" providerId="LiveId" clId="{3D0BE96F-EAE7-4736-9CB7-40C63C9EE2A3}" dt="2025-11-11T03:56:53.801" v="134" actId="20577"/>
          <ac:spMkLst>
            <pc:docMk/>
            <pc:sldMk cId="2825550054" sldId="256"/>
            <ac:spMk id="2" creationId="{290C0BDD-32A7-4415-B39F-FA546A09FCCD}"/>
          </ac:spMkLst>
        </pc:spChg>
        <pc:spChg chg="mod">
          <ac:chgData name="M V ROHITH REDDY" userId="3814f85648738e30" providerId="LiveId" clId="{3D0BE96F-EAE7-4736-9CB7-40C63C9EE2A3}" dt="2025-11-11T03:58:25.678" v="150" actId="113"/>
          <ac:spMkLst>
            <pc:docMk/>
            <pc:sldMk cId="2825550054" sldId="256"/>
            <ac:spMk id="3" creationId="{49C6A217-9D02-46E1-85A0-4D1A2007862F}"/>
          </ac:spMkLst>
        </pc:spChg>
      </pc:sldChg>
      <pc:sldChg chg="addSp delSp modSp mod">
        <pc:chgData name="M V ROHITH REDDY" userId="3814f85648738e30" providerId="LiveId" clId="{3D0BE96F-EAE7-4736-9CB7-40C63C9EE2A3}" dt="2025-11-11T05:11:58.340" v="1510" actId="1076"/>
        <pc:sldMkLst>
          <pc:docMk/>
          <pc:sldMk cId="2678674875" sldId="374"/>
        </pc:sldMkLst>
        <pc:spChg chg="mod">
          <ac:chgData name="M V ROHITH REDDY" userId="3814f85648738e30" providerId="LiveId" clId="{3D0BE96F-EAE7-4736-9CB7-40C63C9EE2A3}" dt="2025-11-11T05:09:37.903" v="1509" actId="20577"/>
          <ac:spMkLst>
            <pc:docMk/>
            <pc:sldMk cId="2678674875" sldId="374"/>
            <ac:spMk id="8" creationId="{91831A51-B461-4935-F3E4-4BF8CB01950B}"/>
          </ac:spMkLst>
        </pc:spChg>
        <pc:spChg chg="mod">
          <ac:chgData name="M V ROHITH REDDY" userId="3814f85648738e30" providerId="LiveId" clId="{3D0BE96F-EAE7-4736-9CB7-40C63C9EE2A3}" dt="2025-11-11T04:55:49.329" v="1374" actId="20577"/>
          <ac:spMkLst>
            <pc:docMk/>
            <pc:sldMk cId="2678674875" sldId="374"/>
            <ac:spMk id="10" creationId="{1A9930F9-56C4-360C-7098-CF7AA40C4ABA}"/>
          </ac:spMkLst>
        </pc:spChg>
        <pc:spChg chg="del">
          <ac:chgData name="M V ROHITH REDDY" userId="3814f85648738e30" providerId="LiveId" clId="{3D0BE96F-EAE7-4736-9CB7-40C63C9EE2A3}" dt="2025-11-11T04:57:03.387" v="1376" actId="478"/>
          <ac:spMkLst>
            <pc:docMk/>
            <pc:sldMk cId="2678674875" sldId="374"/>
            <ac:spMk id="29" creationId="{9424F3D8-79E0-18F4-24BB-C2B9B5149617}"/>
          </ac:spMkLst>
        </pc:spChg>
        <pc:picChg chg="add mod">
          <ac:chgData name="M V ROHITH REDDY" userId="3814f85648738e30" providerId="LiveId" clId="{3D0BE96F-EAE7-4736-9CB7-40C63C9EE2A3}" dt="2025-11-11T05:11:58.340" v="1510" actId="1076"/>
          <ac:picMkLst>
            <pc:docMk/>
            <pc:sldMk cId="2678674875" sldId="374"/>
            <ac:picMk id="3" creationId="{716B32EA-7CE4-2673-CF64-5F31B3124F7F}"/>
          </ac:picMkLst>
        </pc:picChg>
        <pc:picChg chg="del">
          <ac:chgData name="M V ROHITH REDDY" userId="3814f85648738e30" providerId="LiveId" clId="{3D0BE96F-EAE7-4736-9CB7-40C63C9EE2A3}" dt="2025-11-11T04:55:22.275" v="1352" actId="478"/>
          <ac:picMkLst>
            <pc:docMk/>
            <pc:sldMk cId="2678674875" sldId="374"/>
            <ac:picMk id="15" creationId="{E9782A99-7252-C678-BABA-4ADEBC4BCCFD}"/>
          </ac:picMkLst>
        </pc:picChg>
        <pc:picChg chg="del">
          <ac:chgData name="M V ROHITH REDDY" userId="3814f85648738e30" providerId="LiveId" clId="{3D0BE96F-EAE7-4736-9CB7-40C63C9EE2A3}" dt="2025-11-11T04:55:27.453" v="1353" actId="478"/>
          <ac:picMkLst>
            <pc:docMk/>
            <pc:sldMk cId="2678674875" sldId="374"/>
            <ac:picMk id="33" creationId="{9746FC27-F004-8B4B-33CF-1E7B4ACCEB84}"/>
          </ac:picMkLst>
        </pc:picChg>
      </pc:sldChg>
      <pc:sldChg chg="del">
        <pc:chgData name="M V ROHITH REDDY" userId="3814f85648738e30" providerId="LiveId" clId="{3D0BE96F-EAE7-4736-9CB7-40C63C9EE2A3}" dt="2025-11-11T04:36:16.395" v="885" actId="47"/>
        <pc:sldMkLst>
          <pc:docMk/>
          <pc:sldMk cId="802291689" sldId="375"/>
        </pc:sldMkLst>
      </pc:sldChg>
      <pc:sldChg chg="addSp modSp add del mod">
        <pc:chgData name="M V ROHITH REDDY" userId="3814f85648738e30" providerId="LiveId" clId="{3D0BE96F-EAE7-4736-9CB7-40C63C9EE2A3}" dt="2025-11-11T06:11:06.133" v="2376" actId="20577"/>
        <pc:sldMkLst>
          <pc:docMk/>
          <pc:sldMk cId="703657622" sldId="386"/>
        </pc:sldMkLst>
        <pc:spChg chg="add mod">
          <ac:chgData name="M V ROHITH REDDY" userId="3814f85648738e30" providerId="LiveId" clId="{3D0BE96F-EAE7-4736-9CB7-40C63C9EE2A3}" dt="2025-11-11T05:58:56.024" v="2210" actId="1076"/>
          <ac:spMkLst>
            <pc:docMk/>
            <pc:sldMk cId="703657622" sldId="386"/>
            <ac:spMk id="2" creationId="{EFDBBCD6-90AB-5DFA-4664-F45BC4C65AE0}"/>
          </ac:spMkLst>
        </pc:spChg>
        <pc:spChg chg="add mod">
          <ac:chgData name="M V ROHITH REDDY" userId="3814f85648738e30" providerId="LiveId" clId="{3D0BE96F-EAE7-4736-9CB7-40C63C9EE2A3}" dt="2025-11-11T06:11:06.133" v="2376" actId="20577"/>
          <ac:spMkLst>
            <pc:docMk/>
            <pc:sldMk cId="703657622" sldId="386"/>
            <ac:spMk id="3" creationId="{2CD170E5-4870-4751-7E93-76449FFF0C16}"/>
          </ac:spMkLst>
        </pc:spChg>
        <pc:spChg chg="mod">
          <ac:chgData name="M V ROHITH REDDY" userId="3814f85648738e30" providerId="LiveId" clId="{3D0BE96F-EAE7-4736-9CB7-40C63C9EE2A3}" dt="2025-11-11T05:57:34.636" v="2159" actId="21"/>
          <ac:spMkLst>
            <pc:docMk/>
            <pc:sldMk cId="703657622" sldId="386"/>
            <ac:spMk id="6" creationId="{CDA54E3F-1690-ACCC-65E8-E36BE2A0DFFF}"/>
          </ac:spMkLst>
        </pc:spChg>
        <pc:spChg chg="mod">
          <ac:chgData name="M V ROHITH REDDY" userId="3814f85648738e30" providerId="LiveId" clId="{3D0BE96F-EAE7-4736-9CB7-40C63C9EE2A3}" dt="2025-11-11T05:58:02.476" v="2178" actId="255"/>
          <ac:spMkLst>
            <pc:docMk/>
            <pc:sldMk cId="703657622" sldId="386"/>
            <ac:spMk id="9" creationId="{177A700F-A76B-6829-D397-6D4B58909A49}"/>
          </ac:spMkLst>
        </pc:spChg>
      </pc:sldChg>
      <pc:sldChg chg="addSp delSp modSp mod">
        <pc:chgData name="M V ROHITH REDDY" userId="3814f85648738e30" providerId="LiveId" clId="{3D0BE96F-EAE7-4736-9CB7-40C63C9EE2A3}" dt="2025-11-11T06:16:09.130" v="2535" actId="1076"/>
        <pc:sldMkLst>
          <pc:docMk/>
          <pc:sldMk cId="2675545154" sldId="389"/>
        </pc:sldMkLst>
        <pc:spChg chg="mod">
          <ac:chgData name="M V ROHITH REDDY" userId="3814f85648738e30" providerId="LiveId" clId="{3D0BE96F-EAE7-4736-9CB7-40C63C9EE2A3}" dt="2025-11-11T05:29:45.292" v="1829" actId="1076"/>
          <ac:spMkLst>
            <pc:docMk/>
            <pc:sldMk cId="2675545154" sldId="389"/>
            <ac:spMk id="2" creationId="{4C2F04F3-06E9-F16E-DB88-402E549BA861}"/>
          </ac:spMkLst>
        </pc:spChg>
        <pc:spChg chg="del mod">
          <ac:chgData name="M V ROHITH REDDY" userId="3814f85648738e30" providerId="LiveId" clId="{3D0BE96F-EAE7-4736-9CB7-40C63C9EE2A3}" dt="2025-11-11T05:29:33.692" v="1827" actId="478"/>
          <ac:spMkLst>
            <pc:docMk/>
            <pc:sldMk cId="2675545154" sldId="389"/>
            <ac:spMk id="5" creationId="{ED66EE96-0683-EC7B-FF06-7BACDC424878}"/>
          </ac:spMkLst>
        </pc:spChg>
        <pc:spChg chg="add mod">
          <ac:chgData name="M V ROHITH REDDY" userId="3814f85648738e30" providerId="LiveId" clId="{3D0BE96F-EAE7-4736-9CB7-40C63C9EE2A3}" dt="2025-11-11T06:15:39.291" v="2507" actId="1076"/>
          <ac:spMkLst>
            <pc:docMk/>
            <pc:sldMk cId="2675545154" sldId="389"/>
            <ac:spMk id="10" creationId="{D7CEF4D6-6B61-1AC8-86D7-7D00489B0A66}"/>
          </ac:spMkLst>
        </pc:spChg>
        <pc:spChg chg="add mod">
          <ac:chgData name="M V ROHITH REDDY" userId="3814f85648738e30" providerId="LiveId" clId="{3D0BE96F-EAE7-4736-9CB7-40C63C9EE2A3}" dt="2025-11-11T06:16:09.130" v="2535" actId="1076"/>
          <ac:spMkLst>
            <pc:docMk/>
            <pc:sldMk cId="2675545154" sldId="389"/>
            <ac:spMk id="11" creationId="{9E4ECC03-24E2-553C-C4B3-59B6D3F59A2C}"/>
          </ac:spMkLst>
        </pc:spChg>
        <pc:spChg chg="del mod">
          <ac:chgData name="M V ROHITH REDDY" userId="3814f85648738e30" providerId="LiveId" clId="{3D0BE96F-EAE7-4736-9CB7-40C63C9EE2A3}" dt="2025-11-11T05:26:39.998" v="1804" actId="478"/>
          <ac:spMkLst>
            <pc:docMk/>
            <pc:sldMk cId="2675545154" sldId="389"/>
            <ac:spMk id="13" creationId="{1A6EA23C-A078-8B08-A6D2-439B13761E30}"/>
          </ac:spMkLst>
        </pc:spChg>
        <pc:picChg chg="add mod">
          <ac:chgData name="M V ROHITH REDDY" userId="3814f85648738e30" providerId="LiveId" clId="{3D0BE96F-EAE7-4736-9CB7-40C63C9EE2A3}" dt="2025-11-11T05:29:36.548" v="1828" actId="1076"/>
          <ac:picMkLst>
            <pc:docMk/>
            <pc:sldMk cId="2675545154" sldId="389"/>
            <ac:picMk id="6" creationId="{ACF07F34-B318-3FDA-DFF9-AD52FF52FD58}"/>
          </ac:picMkLst>
        </pc:picChg>
        <pc:picChg chg="del">
          <ac:chgData name="M V ROHITH REDDY" userId="3814f85648738e30" providerId="LiveId" clId="{3D0BE96F-EAE7-4736-9CB7-40C63C9EE2A3}" dt="2025-11-11T05:26:34.654" v="1802" actId="478"/>
          <ac:picMkLst>
            <pc:docMk/>
            <pc:sldMk cId="2675545154" sldId="389"/>
            <ac:picMk id="8" creationId="{68AEADAC-4645-4679-5C5D-81B364869341}"/>
          </ac:picMkLst>
        </pc:picChg>
        <pc:picChg chg="add mod">
          <ac:chgData name="M V ROHITH REDDY" userId="3814f85648738e30" providerId="LiveId" clId="{3D0BE96F-EAE7-4736-9CB7-40C63C9EE2A3}" dt="2025-11-11T05:30:54.722" v="1836" actId="1076"/>
          <ac:picMkLst>
            <pc:docMk/>
            <pc:sldMk cId="2675545154" sldId="389"/>
            <ac:picMk id="9" creationId="{EC24B6C4-3940-5C1B-0CCD-23BCBCB99C0E}"/>
          </ac:picMkLst>
        </pc:picChg>
        <pc:picChg chg="del">
          <ac:chgData name="M V ROHITH REDDY" userId="3814f85648738e30" providerId="LiveId" clId="{3D0BE96F-EAE7-4736-9CB7-40C63C9EE2A3}" dt="2025-11-11T05:26:32.430" v="1801" actId="478"/>
          <ac:picMkLst>
            <pc:docMk/>
            <pc:sldMk cId="2675545154" sldId="389"/>
            <ac:picMk id="12" creationId="{B24F28F0-4D24-D658-6A99-3DFC96A216CA}"/>
          </ac:picMkLst>
        </pc:picChg>
      </pc:sldChg>
      <pc:sldChg chg="delSp modSp mod">
        <pc:chgData name="M V ROHITH REDDY" userId="3814f85648738e30" providerId="LiveId" clId="{3D0BE96F-EAE7-4736-9CB7-40C63C9EE2A3}" dt="2025-11-11T06:10:00.946" v="2362" actId="1076"/>
        <pc:sldMkLst>
          <pc:docMk/>
          <pc:sldMk cId="3641824595" sldId="408"/>
        </pc:sldMkLst>
        <pc:spChg chg="mod">
          <ac:chgData name="M V ROHITH REDDY" userId="3814f85648738e30" providerId="LiveId" clId="{3D0BE96F-EAE7-4736-9CB7-40C63C9EE2A3}" dt="2025-11-11T06:10:00.946" v="2362" actId="1076"/>
          <ac:spMkLst>
            <pc:docMk/>
            <pc:sldMk cId="3641824595" sldId="408"/>
            <ac:spMk id="3" creationId="{BB540F9B-4A85-1DB2-D09C-30EDCC9C13DB}"/>
          </ac:spMkLst>
        </pc:spChg>
        <pc:spChg chg="mod">
          <ac:chgData name="M V ROHITH REDDY" userId="3814f85648738e30" providerId="LiveId" clId="{3D0BE96F-EAE7-4736-9CB7-40C63C9EE2A3}" dt="2025-11-11T04:05:07.365" v="204" actId="20577"/>
          <ac:spMkLst>
            <pc:docMk/>
            <pc:sldMk cId="3641824595" sldId="408"/>
            <ac:spMk id="7" creationId="{90A2C15A-83E4-DE5D-F11B-98CA0195A2AC}"/>
          </ac:spMkLst>
        </pc:spChg>
        <pc:picChg chg="del">
          <ac:chgData name="M V ROHITH REDDY" userId="3814f85648738e30" providerId="LiveId" clId="{3D0BE96F-EAE7-4736-9CB7-40C63C9EE2A3}" dt="2025-11-11T04:00:20.320" v="151" actId="478"/>
          <ac:picMkLst>
            <pc:docMk/>
            <pc:sldMk cId="3641824595" sldId="408"/>
            <ac:picMk id="11" creationId="{7A6178D5-89F7-3E06-2024-7D18C7D28D2F}"/>
          </ac:picMkLst>
        </pc:picChg>
        <pc:picChg chg="del">
          <ac:chgData name="M V ROHITH REDDY" userId="3814f85648738e30" providerId="LiveId" clId="{3D0BE96F-EAE7-4736-9CB7-40C63C9EE2A3}" dt="2025-11-11T04:00:20.735" v="152" actId="478"/>
          <ac:picMkLst>
            <pc:docMk/>
            <pc:sldMk cId="3641824595" sldId="408"/>
            <ac:picMk id="57" creationId="{1549A580-F703-E5BF-3952-EB731AEAFE32}"/>
          </ac:picMkLst>
        </pc:picChg>
      </pc:sldChg>
      <pc:sldChg chg="del">
        <pc:chgData name="M V ROHITH REDDY" userId="3814f85648738e30" providerId="LiveId" clId="{3D0BE96F-EAE7-4736-9CB7-40C63C9EE2A3}" dt="2025-11-11T05:45:52.439" v="1866" actId="47"/>
        <pc:sldMkLst>
          <pc:docMk/>
          <pc:sldMk cId="2455208724" sldId="439"/>
        </pc:sldMkLst>
      </pc:sldChg>
      <pc:sldChg chg="addSp delSp modSp mod">
        <pc:chgData name="M V ROHITH REDDY" userId="3814f85648738e30" providerId="LiveId" clId="{3D0BE96F-EAE7-4736-9CB7-40C63C9EE2A3}" dt="2025-11-11T05:26:27.400" v="1800" actId="1076"/>
        <pc:sldMkLst>
          <pc:docMk/>
          <pc:sldMk cId="1980100047" sldId="440"/>
        </pc:sldMkLst>
        <pc:spChg chg="mod">
          <ac:chgData name="M V ROHITH REDDY" userId="3814f85648738e30" providerId="LiveId" clId="{3D0BE96F-EAE7-4736-9CB7-40C63C9EE2A3}" dt="2025-11-11T05:17:17.820" v="1537" actId="1076"/>
          <ac:spMkLst>
            <pc:docMk/>
            <pc:sldMk cId="1980100047" sldId="440"/>
            <ac:spMk id="2" creationId="{87DECA35-D046-C4E9-6601-C85BF51BEF66}"/>
          </ac:spMkLst>
        </pc:spChg>
        <pc:spChg chg="mod">
          <ac:chgData name="M V ROHITH REDDY" userId="3814f85648738e30" providerId="LiveId" clId="{3D0BE96F-EAE7-4736-9CB7-40C63C9EE2A3}" dt="2025-11-11T05:26:27.400" v="1800" actId="1076"/>
          <ac:spMkLst>
            <pc:docMk/>
            <pc:sldMk cId="1980100047" sldId="440"/>
            <ac:spMk id="3" creationId="{78925E2D-B3FB-C4D7-CE6B-05D10EFB1983}"/>
          </ac:spMkLst>
        </pc:spChg>
        <pc:picChg chg="del">
          <ac:chgData name="M V ROHITH REDDY" userId="3814f85648738e30" providerId="LiveId" clId="{3D0BE96F-EAE7-4736-9CB7-40C63C9EE2A3}" dt="2025-11-11T05:17:19.210" v="1538" actId="478"/>
          <ac:picMkLst>
            <pc:docMk/>
            <pc:sldMk cId="1980100047" sldId="440"/>
            <ac:picMk id="6" creationId="{F52AD8B9-1754-9485-5605-5529B2563F48}"/>
          </ac:picMkLst>
        </pc:picChg>
        <pc:picChg chg="add mod">
          <ac:chgData name="M V ROHITH REDDY" userId="3814f85648738e30" providerId="LiveId" clId="{3D0BE96F-EAE7-4736-9CB7-40C63C9EE2A3}" dt="2025-11-11T05:25:40.125" v="1793" actId="1076"/>
          <ac:picMkLst>
            <pc:docMk/>
            <pc:sldMk cId="1980100047" sldId="440"/>
            <ac:picMk id="8" creationId="{8698641E-3D4B-016E-654C-C9C5E9CB2854}"/>
          </ac:picMkLst>
        </pc:picChg>
        <pc:picChg chg="add mod">
          <ac:chgData name="M V ROHITH REDDY" userId="3814f85648738e30" providerId="LiveId" clId="{3D0BE96F-EAE7-4736-9CB7-40C63C9EE2A3}" dt="2025-11-11T05:26:03.476" v="1798" actId="1076"/>
          <ac:picMkLst>
            <pc:docMk/>
            <pc:sldMk cId="1980100047" sldId="440"/>
            <ac:picMk id="10" creationId="{1585EC7D-75ED-6858-17C8-D97F7CD0BEB8}"/>
          </ac:picMkLst>
        </pc:picChg>
      </pc:sldChg>
      <pc:sldChg chg="modSp del mod">
        <pc:chgData name="M V ROHITH REDDY" userId="3814f85648738e30" providerId="LiveId" clId="{3D0BE96F-EAE7-4736-9CB7-40C63C9EE2A3}" dt="2025-11-11T05:45:48.514" v="1864" actId="47"/>
        <pc:sldMkLst>
          <pc:docMk/>
          <pc:sldMk cId="3513397194" sldId="441"/>
        </pc:sldMkLst>
        <pc:spChg chg="mod">
          <ac:chgData name="M V ROHITH REDDY" userId="3814f85648738e30" providerId="LiveId" clId="{3D0BE96F-EAE7-4736-9CB7-40C63C9EE2A3}" dt="2025-11-10T10:48:25.810" v="125" actId="1076"/>
          <ac:spMkLst>
            <pc:docMk/>
            <pc:sldMk cId="3513397194" sldId="441"/>
            <ac:spMk id="2" creationId="{BA77F65D-ED63-E93E-7EF3-F3FEA7F6B04C}"/>
          </ac:spMkLst>
        </pc:spChg>
        <pc:spChg chg="mod">
          <ac:chgData name="M V ROHITH REDDY" userId="3814f85648738e30" providerId="LiveId" clId="{3D0BE96F-EAE7-4736-9CB7-40C63C9EE2A3}" dt="2025-11-10T10:48:33.680" v="127" actId="1076"/>
          <ac:spMkLst>
            <pc:docMk/>
            <pc:sldMk cId="3513397194" sldId="441"/>
            <ac:spMk id="5" creationId="{5A5DCCD4-36AD-235C-D923-B5336228E428}"/>
          </ac:spMkLst>
        </pc:spChg>
      </pc:sldChg>
      <pc:sldChg chg="addSp delSp modSp mod">
        <pc:chgData name="M V ROHITH REDDY" userId="3814f85648738e30" providerId="LiveId" clId="{3D0BE96F-EAE7-4736-9CB7-40C63C9EE2A3}" dt="2025-11-11T06:32:51.642" v="2648" actId="2710"/>
        <pc:sldMkLst>
          <pc:docMk/>
          <pc:sldMk cId="2459929514" sldId="442"/>
        </pc:sldMkLst>
        <pc:spChg chg="mod">
          <ac:chgData name="M V ROHITH REDDY" userId="3814f85648738e30" providerId="LiveId" clId="{3D0BE96F-EAE7-4736-9CB7-40C63C9EE2A3}" dt="2025-11-11T05:44:27.397" v="1852" actId="14100"/>
          <ac:spMkLst>
            <pc:docMk/>
            <pc:sldMk cId="2459929514" sldId="442"/>
            <ac:spMk id="2" creationId="{90E0AB0C-E1C1-1916-EBDD-6F953C519436}"/>
          </ac:spMkLst>
        </pc:spChg>
        <pc:spChg chg="mod">
          <ac:chgData name="M V ROHITH REDDY" userId="3814f85648738e30" providerId="LiveId" clId="{3D0BE96F-EAE7-4736-9CB7-40C63C9EE2A3}" dt="2025-11-11T06:32:51.642" v="2648" actId="2710"/>
          <ac:spMkLst>
            <pc:docMk/>
            <pc:sldMk cId="2459929514" sldId="442"/>
            <ac:spMk id="5" creationId="{56130B00-DEE2-EDA4-E209-9D6DACEF2EAB}"/>
          </ac:spMkLst>
        </pc:spChg>
        <pc:spChg chg="del">
          <ac:chgData name="M V ROHITH REDDY" userId="3814f85648738e30" providerId="LiveId" clId="{3D0BE96F-EAE7-4736-9CB7-40C63C9EE2A3}" dt="2025-11-11T05:44:36.800" v="1853" actId="478"/>
          <ac:spMkLst>
            <pc:docMk/>
            <pc:sldMk cId="2459929514" sldId="442"/>
            <ac:spMk id="7" creationId="{D8C34DB6-8DD2-63AA-650D-DC71EE75C292}"/>
          </ac:spMkLst>
        </pc:spChg>
        <pc:spChg chg="add mod">
          <ac:chgData name="M V ROHITH REDDY" userId="3814f85648738e30" providerId="LiveId" clId="{3D0BE96F-EAE7-4736-9CB7-40C63C9EE2A3}" dt="2025-11-11T06:16:55.546" v="2575" actId="1076"/>
          <ac:spMkLst>
            <pc:docMk/>
            <pc:sldMk cId="2459929514" sldId="442"/>
            <ac:spMk id="8" creationId="{62F6A839-53F3-0437-8F82-46575DF4B6CA}"/>
          </ac:spMkLst>
        </pc:spChg>
        <pc:spChg chg="del">
          <ac:chgData name="M V ROHITH REDDY" userId="3814f85648738e30" providerId="LiveId" clId="{3D0BE96F-EAE7-4736-9CB7-40C63C9EE2A3}" dt="2025-11-11T05:44:48.633" v="1856" actId="478"/>
          <ac:spMkLst>
            <pc:docMk/>
            <pc:sldMk cId="2459929514" sldId="442"/>
            <ac:spMk id="11" creationId="{A160C679-58CA-7643-0571-DBBAA67BC291}"/>
          </ac:spMkLst>
        </pc:spChg>
        <pc:picChg chg="add mod">
          <ac:chgData name="M V ROHITH REDDY" userId="3814f85648738e30" providerId="LiveId" clId="{3D0BE96F-EAE7-4736-9CB7-40C63C9EE2A3}" dt="2025-11-11T06:16:17.740" v="2536" actId="1076"/>
          <ac:picMkLst>
            <pc:docMk/>
            <pc:sldMk cId="2459929514" sldId="442"/>
            <ac:picMk id="6" creationId="{0B71ED8E-9E61-F4CF-A6B2-8981FCA73296}"/>
          </ac:picMkLst>
        </pc:picChg>
        <pc:picChg chg="del">
          <ac:chgData name="M V ROHITH REDDY" userId="3814f85648738e30" providerId="LiveId" clId="{3D0BE96F-EAE7-4736-9CB7-40C63C9EE2A3}" dt="2025-11-11T05:44:39.713" v="1854" actId="478"/>
          <ac:picMkLst>
            <pc:docMk/>
            <pc:sldMk cId="2459929514" sldId="442"/>
            <ac:picMk id="10" creationId="{62F2B3B4-6C25-3411-6506-364E7452D99E}"/>
          </ac:picMkLst>
        </pc:picChg>
      </pc:sldChg>
      <pc:sldChg chg="addSp delSp modSp mod">
        <pc:chgData name="M V ROHITH REDDY" userId="3814f85648738e30" providerId="LiveId" clId="{3D0BE96F-EAE7-4736-9CB7-40C63C9EE2A3}" dt="2025-11-11T04:28:02.222" v="859" actId="14100"/>
        <pc:sldMkLst>
          <pc:docMk/>
          <pc:sldMk cId="3693497770" sldId="444"/>
        </pc:sldMkLst>
        <pc:spChg chg="mod">
          <ac:chgData name="M V ROHITH REDDY" userId="3814f85648738e30" providerId="LiveId" clId="{3D0BE96F-EAE7-4736-9CB7-40C63C9EE2A3}" dt="2025-11-11T04:28:02.222" v="859" actId="14100"/>
          <ac:spMkLst>
            <pc:docMk/>
            <pc:sldMk cId="3693497770" sldId="444"/>
            <ac:spMk id="2" creationId="{CC4BA7C2-2D7B-363A-DB3E-AA8AF90068F6}"/>
          </ac:spMkLst>
        </pc:spChg>
        <pc:spChg chg="mod">
          <ac:chgData name="M V ROHITH REDDY" userId="3814f85648738e30" providerId="LiveId" clId="{3D0BE96F-EAE7-4736-9CB7-40C63C9EE2A3}" dt="2025-11-11T04:27:36.536" v="847" actId="1076"/>
          <ac:spMkLst>
            <pc:docMk/>
            <pc:sldMk cId="3693497770" sldId="444"/>
            <ac:spMk id="3" creationId="{5A5EE421-8CA5-ECA4-1878-F5CA456497CE}"/>
          </ac:spMkLst>
        </pc:spChg>
        <pc:spChg chg="del">
          <ac:chgData name="M V ROHITH REDDY" userId="3814f85648738e30" providerId="LiveId" clId="{3D0BE96F-EAE7-4736-9CB7-40C63C9EE2A3}" dt="2025-11-11T04:08:09.922" v="257" actId="478"/>
          <ac:spMkLst>
            <pc:docMk/>
            <pc:sldMk cId="3693497770" sldId="444"/>
            <ac:spMk id="5" creationId="{5D7ECC18-3FCD-6030-DE40-E70E998A9F37}"/>
          </ac:spMkLst>
        </pc:spChg>
        <pc:spChg chg="del">
          <ac:chgData name="M V ROHITH REDDY" userId="3814f85648738e30" providerId="LiveId" clId="{3D0BE96F-EAE7-4736-9CB7-40C63C9EE2A3}" dt="2025-11-11T04:08:15.053" v="258" actId="478"/>
          <ac:spMkLst>
            <pc:docMk/>
            <pc:sldMk cId="3693497770" sldId="444"/>
            <ac:spMk id="6" creationId="{150D9A7B-4901-6BCB-7634-F3C1188A2748}"/>
          </ac:spMkLst>
        </pc:spChg>
        <pc:spChg chg="del">
          <ac:chgData name="M V ROHITH REDDY" userId="3814f85648738e30" providerId="LiveId" clId="{3D0BE96F-EAE7-4736-9CB7-40C63C9EE2A3}" dt="2025-11-11T04:08:35.827" v="266" actId="478"/>
          <ac:spMkLst>
            <pc:docMk/>
            <pc:sldMk cId="3693497770" sldId="444"/>
            <ac:spMk id="10" creationId="{323C4790-8391-C8FF-CA97-8F0EF111C73E}"/>
          </ac:spMkLst>
        </pc:spChg>
        <pc:spChg chg="del">
          <ac:chgData name="M V ROHITH REDDY" userId="3814f85648738e30" providerId="LiveId" clId="{3D0BE96F-EAE7-4736-9CB7-40C63C9EE2A3}" dt="2025-11-11T04:08:38.384" v="267" actId="478"/>
          <ac:spMkLst>
            <pc:docMk/>
            <pc:sldMk cId="3693497770" sldId="444"/>
            <ac:spMk id="11" creationId="{528ED3EF-FF10-F949-B2CB-053993E0967A}"/>
          </ac:spMkLst>
        </pc:spChg>
        <pc:spChg chg="del">
          <ac:chgData name="M V ROHITH REDDY" userId="3814f85648738e30" providerId="LiveId" clId="{3D0BE96F-EAE7-4736-9CB7-40C63C9EE2A3}" dt="2025-11-11T04:08:22.209" v="260" actId="478"/>
          <ac:spMkLst>
            <pc:docMk/>
            <pc:sldMk cId="3693497770" sldId="444"/>
            <ac:spMk id="13" creationId="{E974BC92-C067-0365-3F74-51B12E05C3C8}"/>
          </ac:spMkLst>
        </pc:spChg>
        <pc:spChg chg="del">
          <ac:chgData name="M V ROHITH REDDY" userId="3814f85648738e30" providerId="LiveId" clId="{3D0BE96F-EAE7-4736-9CB7-40C63C9EE2A3}" dt="2025-11-11T04:08:19.741" v="259" actId="478"/>
          <ac:spMkLst>
            <pc:docMk/>
            <pc:sldMk cId="3693497770" sldId="444"/>
            <ac:spMk id="14" creationId="{AC2EA8D5-BFE5-C1CA-482E-92C83B1B4A82}"/>
          </ac:spMkLst>
        </pc:spChg>
        <pc:spChg chg="del mod">
          <ac:chgData name="M V ROHITH REDDY" userId="3814f85648738e30" providerId="LiveId" clId="{3D0BE96F-EAE7-4736-9CB7-40C63C9EE2A3}" dt="2025-11-11T04:08:25.361" v="262" actId="478"/>
          <ac:spMkLst>
            <pc:docMk/>
            <pc:sldMk cId="3693497770" sldId="444"/>
            <ac:spMk id="15" creationId="{7D1AA7B5-0A77-5C9C-29AB-62AAB7C511A6}"/>
          </ac:spMkLst>
        </pc:spChg>
        <pc:spChg chg="del mod">
          <ac:chgData name="M V ROHITH REDDY" userId="3814f85648738e30" providerId="LiveId" clId="{3D0BE96F-EAE7-4736-9CB7-40C63C9EE2A3}" dt="2025-11-11T04:08:03.889" v="256" actId="478"/>
          <ac:spMkLst>
            <pc:docMk/>
            <pc:sldMk cId="3693497770" sldId="444"/>
            <ac:spMk id="17" creationId="{EE1C972F-F402-D8ED-3B8F-33AEDAF8A8DD}"/>
          </ac:spMkLst>
        </pc:spChg>
        <pc:spChg chg="del mod">
          <ac:chgData name="M V ROHITH REDDY" userId="3814f85648738e30" providerId="LiveId" clId="{3D0BE96F-EAE7-4736-9CB7-40C63C9EE2A3}" dt="2025-11-11T04:07:59.143" v="254" actId="478"/>
          <ac:spMkLst>
            <pc:docMk/>
            <pc:sldMk cId="3693497770" sldId="444"/>
            <ac:spMk id="18" creationId="{0A7D09CD-68DF-B566-BD9D-3FACCA851943}"/>
          </ac:spMkLst>
        </pc:spChg>
        <pc:picChg chg="del">
          <ac:chgData name="M V ROHITH REDDY" userId="3814f85648738e30" providerId="LiveId" clId="{3D0BE96F-EAE7-4736-9CB7-40C63C9EE2A3}" dt="2025-11-11T04:07:52.967" v="251" actId="478"/>
          <ac:picMkLst>
            <pc:docMk/>
            <pc:sldMk cId="3693497770" sldId="444"/>
            <ac:picMk id="8" creationId="{5DB0281A-869A-F1B6-A8D8-68C7A91EA814}"/>
          </ac:picMkLst>
        </pc:picChg>
        <pc:picChg chg="del">
          <ac:chgData name="M V ROHITH REDDY" userId="3814f85648738e30" providerId="LiveId" clId="{3D0BE96F-EAE7-4736-9CB7-40C63C9EE2A3}" dt="2025-11-11T04:07:54.133" v="252" actId="478"/>
          <ac:picMkLst>
            <pc:docMk/>
            <pc:sldMk cId="3693497770" sldId="444"/>
            <ac:picMk id="12" creationId="{FCD0816F-D312-BF03-AEF2-2A9A412C725D}"/>
          </ac:picMkLst>
        </pc:picChg>
        <pc:picChg chg="add mod">
          <ac:chgData name="M V ROHITH REDDY" userId="3814f85648738e30" providerId="LiveId" clId="{3D0BE96F-EAE7-4736-9CB7-40C63C9EE2A3}" dt="2025-11-11T04:27:41.427" v="848" actId="14100"/>
          <ac:picMkLst>
            <pc:docMk/>
            <pc:sldMk cId="3693497770" sldId="444"/>
            <ac:picMk id="16" creationId="{59D190C4-61D4-B101-13FD-27E027F9C094}"/>
          </ac:picMkLst>
        </pc:picChg>
      </pc:sldChg>
      <pc:sldChg chg="addSp delSp modSp mod">
        <pc:chgData name="M V ROHITH REDDY" userId="3814f85648738e30" providerId="LiveId" clId="{3D0BE96F-EAE7-4736-9CB7-40C63C9EE2A3}" dt="2025-11-11T04:55:09.068" v="1351" actId="12"/>
        <pc:sldMkLst>
          <pc:docMk/>
          <pc:sldMk cId="1766906099" sldId="445"/>
        </pc:sldMkLst>
        <pc:spChg chg="mod">
          <ac:chgData name="M V ROHITH REDDY" userId="3814f85648738e30" providerId="LiveId" clId="{3D0BE96F-EAE7-4736-9CB7-40C63C9EE2A3}" dt="2025-11-11T04:28:23.818" v="882" actId="20577"/>
          <ac:spMkLst>
            <pc:docMk/>
            <pc:sldMk cId="1766906099" sldId="445"/>
            <ac:spMk id="2" creationId="{23F8A88C-92CF-885A-238B-40B858B1F7F6}"/>
          </ac:spMkLst>
        </pc:spChg>
        <pc:spChg chg="mod">
          <ac:chgData name="M V ROHITH REDDY" userId="3814f85648738e30" providerId="LiveId" clId="{3D0BE96F-EAE7-4736-9CB7-40C63C9EE2A3}" dt="2025-11-11T04:46:58.484" v="1139" actId="1076"/>
          <ac:spMkLst>
            <pc:docMk/>
            <pc:sldMk cId="1766906099" sldId="445"/>
            <ac:spMk id="3" creationId="{5283DCC9-6CE5-2F96-66E6-7923E78B381B}"/>
          </ac:spMkLst>
        </pc:spChg>
        <pc:spChg chg="del mod">
          <ac:chgData name="M V ROHITH REDDY" userId="3814f85648738e30" providerId="LiveId" clId="{3D0BE96F-EAE7-4736-9CB7-40C63C9EE2A3}" dt="2025-11-11T04:43:01.523" v="990" actId="478"/>
          <ac:spMkLst>
            <pc:docMk/>
            <pc:sldMk cId="1766906099" sldId="445"/>
            <ac:spMk id="5" creationId="{D1D13A58-EC2E-7DC8-DE20-493413BF9DA7}"/>
          </ac:spMkLst>
        </pc:spChg>
        <pc:spChg chg="del">
          <ac:chgData name="M V ROHITH REDDY" userId="3814f85648738e30" providerId="LiveId" clId="{3D0BE96F-EAE7-4736-9CB7-40C63C9EE2A3}" dt="2025-11-11T04:36:14.063" v="884" actId="478"/>
          <ac:spMkLst>
            <pc:docMk/>
            <pc:sldMk cId="1766906099" sldId="445"/>
            <ac:spMk id="6" creationId="{49E45E1D-8AA9-134A-2B7D-3FA15404FF11}"/>
          </ac:spMkLst>
        </pc:spChg>
        <pc:spChg chg="add mod">
          <ac:chgData name="M V ROHITH REDDY" userId="3814f85648738e30" providerId="LiveId" clId="{3D0BE96F-EAE7-4736-9CB7-40C63C9EE2A3}" dt="2025-11-11T04:46:54.213" v="1138" actId="5793"/>
          <ac:spMkLst>
            <pc:docMk/>
            <pc:sldMk cId="1766906099" sldId="445"/>
            <ac:spMk id="7" creationId="{FEEAA103-8D34-452A-F2C3-0E462E53DA44}"/>
          </ac:spMkLst>
        </pc:spChg>
        <pc:spChg chg="add mod">
          <ac:chgData name="M V ROHITH REDDY" userId="3814f85648738e30" providerId="LiveId" clId="{3D0BE96F-EAE7-4736-9CB7-40C63C9EE2A3}" dt="2025-11-11T04:49:54.712" v="1239" actId="20577"/>
          <ac:spMkLst>
            <pc:docMk/>
            <pc:sldMk cId="1766906099" sldId="445"/>
            <ac:spMk id="8" creationId="{FA005374-A1E1-5786-767F-C20901EF807C}"/>
          </ac:spMkLst>
        </pc:spChg>
        <pc:spChg chg="add del mod">
          <ac:chgData name="M V ROHITH REDDY" userId="3814f85648738e30" providerId="LiveId" clId="{3D0BE96F-EAE7-4736-9CB7-40C63C9EE2A3}" dt="2025-11-11T04:48:23.864" v="1176" actId="478"/>
          <ac:spMkLst>
            <pc:docMk/>
            <pc:sldMk cId="1766906099" sldId="445"/>
            <ac:spMk id="10" creationId="{48818F1D-3814-25F6-64C0-4E74C0D0C3B2}"/>
          </ac:spMkLst>
        </pc:spChg>
        <pc:spChg chg="add mod">
          <ac:chgData name="M V ROHITH REDDY" userId="3814f85648738e30" providerId="LiveId" clId="{3D0BE96F-EAE7-4736-9CB7-40C63C9EE2A3}" dt="2025-11-11T04:50:08.766" v="1292" actId="20577"/>
          <ac:spMkLst>
            <pc:docMk/>
            <pc:sldMk cId="1766906099" sldId="445"/>
            <ac:spMk id="11" creationId="{B035C5A2-84A4-4A62-84E3-FB273AB8EF20}"/>
          </ac:spMkLst>
        </pc:spChg>
        <pc:spChg chg="add mod">
          <ac:chgData name="M V ROHITH REDDY" userId="3814f85648738e30" providerId="LiveId" clId="{3D0BE96F-EAE7-4736-9CB7-40C63C9EE2A3}" dt="2025-11-11T04:55:09.068" v="1351" actId="12"/>
          <ac:spMkLst>
            <pc:docMk/>
            <pc:sldMk cId="1766906099" sldId="445"/>
            <ac:spMk id="12" creationId="{D32D35BE-EAE9-D75A-56A0-99DD6EB97236}"/>
          </ac:spMkLst>
        </pc:spChg>
        <pc:spChg chg="del">
          <ac:chgData name="M V ROHITH REDDY" userId="3814f85648738e30" providerId="LiveId" clId="{3D0BE96F-EAE7-4736-9CB7-40C63C9EE2A3}" dt="2025-11-11T04:36:11.226" v="883" actId="478"/>
          <ac:spMkLst>
            <pc:docMk/>
            <pc:sldMk cId="1766906099" sldId="445"/>
            <ac:spMk id="24" creationId="{141FD7D5-8845-A6A9-9CE4-90F72D560F4E}"/>
          </ac:spMkLst>
        </pc:spChg>
        <pc:picChg chg="add mod">
          <ac:chgData name="M V ROHITH REDDY" userId="3814f85648738e30" providerId="LiveId" clId="{3D0BE96F-EAE7-4736-9CB7-40C63C9EE2A3}" dt="2025-11-11T04:54:48.266" v="1349" actId="1076"/>
          <ac:picMkLst>
            <pc:docMk/>
            <pc:sldMk cId="1766906099" sldId="445"/>
            <ac:picMk id="14" creationId="{F05E2BC5-4C41-9F26-CA74-3A10A39B2536}"/>
          </ac:picMkLst>
        </pc:picChg>
        <pc:picChg chg="add mod">
          <ac:chgData name="M V ROHITH REDDY" userId="3814f85648738e30" providerId="LiveId" clId="{3D0BE96F-EAE7-4736-9CB7-40C63C9EE2A3}" dt="2025-11-11T04:54:52.847" v="1350" actId="1076"/>
          <ac:picMkLst>
            <pc:docMk/>
            <pc:sldMk cId="1766906099" sldId="445"/>
            <ac:picMk id="16" creationId="{FB9DF7FD-BBD5-412A-AA5B-FF22C9D1063A}"/>
          </ac:picMkLst>
        </pc:picChg>
        <pc:picChg chg="add mod">
          <ac:chgData name="M V ROHITH REDDY" userId="3814f85648738e30" providerId="LiveId" clId="{3D0BE96F-EAE7-4736-9CB7-40C63C9EE2A3}" dt="2025-11-11T04:54:13.183" v="1342" actId="1076"/>
          <ac:picMkLst>
            <pc:docMk/>
            <pc:sldMk cId="1766906099" sldId="445"/>
            <ac:picMk id="1026" creationId="{1E931D1C-3E4A-A654-60B7-8CE5692C7B52}"/>
          </ac:picMkLst>
        </pc:picChg>
      </pc:sldChg>
      <pc:sldChg chg="add del">
        <pc:chgData name="M V ROHITH REDDY" userId="3814f85648738e30" providerId="LiveId" clId="{3D0BE96F-EAE7-4736-9CB7-40C63C9EE2A3}" dt="2025-11-11T06:17:08.604" v="2577" actId="47"/>
        <pc:sldMkLst>
          <pc:docMk/>
          <pc:sldMk cId="2344396309" sldId="446"/>
        </pc:sldMkLst>
      </pc:sldChg>
      <pc:sldChg chg="modSp del mod">
        <pc:chgData name="M V ROHITH REDDY" userId="3814f85648738e30" providerId="LiveId" clId="{3D0BE96F-EAE7-4736-9CB7-40C63C9EE2A3}" dt="2025-11-11T05:45:51.165" v="1865" actId="47"/>
        <pc:sldMkLst>
          <pc:docMk/>
          <pc:sldMk cId="3916373631" sldId="446"/>
        </pc:sldMkLst>
        <pc:spChg chg="mod">
          <ac:chgData name="M V ROHITH REDDY" userId="3814f85648738e30" providerId="LiveId" clId="{3D0BE96F-EAE7-4736-9CB7-40C63C9EE2A3}" dt="2025-11-10T10:44:45.649" v="73" actId="20577"/>
          <ac:spMkLst>
            <pc:docMk/>
            <pc:sldMk cId="3916373631" sldId="446"/>
            <ac:spMk id="5" creationId="{362B7074-37A0-2393-01EC-92D26D2256C1}"/>
          </ac:spMkLst>
        </pc:spChg>
      </pc:sldChg>
      <pc:sldChg chg="addSp delSp modSp add mod ord">
        <pc:chgData name="M V ROHITH REDDY" userId="3814f85648738e30" providerId="LiveId" clId="{3D0BE96F-EAE7-4736-9CB7-40C63C9EE2A3}" dt="2025-11-11T06:41:10.393" v="2680"/>
        <pc:sldMkLst>
          <pc:docMk/>
          <pc:sldMk cId="4092578020" sldId="447"/>
        </pc:sldMkLst>
        <pc:spChg chg="mod">
          <ac:chgData name="M V ROHITH REDDY" userId="3814f85648738e30" providerId="LiveId" clId="{3D0BE96F-EAE7-4736-9CB7-40C63C9EE2A3}" dt="2025-11-11T06:36:32.228" v="2663" actId="20577"/>
          <ac:spMkLst>
            <pc:docMk/>
            <pc:sldMk cId="4092578020" sldId="447"/>
            <ac:spMk id="5" creationId="{FEE8C758-C0CF-DE0B-600E-C93A9C92A475}"/>
          </ac:spMkLst>
        </pc:spChg>
        <pc:spChg chg="mod">
          <ac:chgData name="M V ROHITH REDDY" userId="3814f85648738e30" providerId="LiveId" clId="{3D0BE96F-EAE7-4736-9CB7-40C63C9EE2A3}" dt="2025-11-11T06:31:06.772" v="2626" actId="1076"/>
          <ac:spMkLst>
            <pc:docMk/>
            <pc:sldMk cId="4092578020" sldId="447"/>
            <ac:spMk id="8" creationId="{602E1B80-65D4-BC0C-99EF-A9EACAC68ACD}"/>
          </ac:spMkLst>
        </pc:spChg>
        <pc:spChg chg="add mod">
          <ac:chgData name="M V ROHITH REDDY" userId="3814f85648738e30" providerId="LiveId" clId="{3D0BE96F-EAE7-4736-9CB7-40C63C9EE2A3}" dt="2025-11-11T06:32:28.621" v="2647" actId="1076"/>
          <ac:spMkLst>
            <pc:docMk/>
            <pc:sldMk cId="4092578020" sldId="447"/>
            <ac:spMk id="11" creationId="{B3E6B952-5E22-B79C-E596-2C9274F286D8}"/>
          </ac:spMkLst>
        </pc:spChg>
        <pc:spChg chg="add mod">
          <ac:chgData name="M V ROHITH REDDY" userId="3814f85648738e30" providerId="LiveId" clId="{3D0BE96F-EAE7-4736-9CB7-40C63C9EE2A3}" dt="2025-11-11T06:40:03.084" v="2676" actId="1076"/>
          <ac:spMkLst>
            <pc:docMk/>
            <pc:sldMk cId="4092578020" sldId="447"/>
            <ac:spMk id="15" creationId="{6B050524-F0BC-E269-B863-CC00A6D4B021}"/>
          </ac:spMkLst>
        </pc:spChg>
        <pc:spChg chg="add mod">
          <ac:chgData name="M V ROHITH REDDY" userId="3814f85648738e30" providerId="LiveId" clId="{3D0BE96F-EAE7-4736-9CB7-40C63C9EE2A3}" dt="2025-11-11T06:40:00.362" v="2675" actId="1076"/>
          <ac:spMkLst>
            <pc:docMk/>
            <pc:sldMk cId="4092578020" sldId="447"/>
            <ac:spMk id="16" creationId="{3ACED03C-4C0A-0E59-83AB-2A8FF17243E4}"/>
          </ac:spMkLst>
        </pc:spChg>
        <pc:picChg chg="del">
          <ac:chgData name="M V ROHITH REDDY" userId="3814f85648738e30" providerId="LiveId" clId="{3D0BE96F-EAE7-4736-9CB7-40C63C9EE2A3}" dt="2025-11-11T06:17:11.029" v="2578" actId="478"/>
          <ac:picMkLst>
            <pc:docMk/>
            <pc:sldMk cId="4092578020" sldId="447"/>
            <ac:picMk id="6" creationId="{F5082C18-7496-8C2C-3543-92937E9F9AD6}"/>
          </ac:picMkLst>
        </pc:picChg>
        <pc:picChg chg="add del mod">
          <ac:chgData name="M V ROHITH REDDY" userId="3814f85648738e30" providerId="LiveId" clId="{3D0BE96F-EAE7-4736-9CB7-40C63C9EE2A3}" dt="2025-11-11T06:31:53.089" v="2635" actId="478"/>
          <ac:picMkLst>
            <pc:docMk/>
            <pc:sldMk cId="4092578020" sldId="447"/>
            <ac:picMk id="7" creationId="{6707CE2D-6059-4831-E364-7DC8F45D3A6E}"/>
          </ac:picMkLst>
        </pc:picChg>
        <pc:picChg chg="add mod">
          <ac:chgData name="M V ROHITH REDDY" userId="3814f85648738e30" providerId="LiveId" clId="{3D0BE96F-EAE7-4736-9CB7-40C63C9EE2A3}" dt="2025-11-11T06:38:36.694" v="2668" actId="1076"/>
          <ac:picMkLst>
            <pc:docMk/>
            <pc:sldMk cId="4092578020" sldId="447"/>
            <ac:picMk id="10" creationId="{4B4C8D56-E713-B11A-853A-37DB0E1B5D81}"/>
          </ac:picMkLst>
        </pc:picChg>
        <pc:picChg chg="add mod">
          <ac:chgData name="M V ROHITH REDDY" userId="3814f85648738e30" providerId="LiveId" clId="{3D0BE96F-EAE7-4736-9CB7-40C63C9EE2A3}" dt="2025-11-11T06:32:24.752" v="2646" actId="1076"/>
          <ac:picMkLst>
            <pc:docMk/>
            <pc:sldMk cId="4092578020" sldId="447"/>
            <ac:picMk id="13" creationId="{551E7ED8-DB2E-162D-6980-C217B1BA8D2F}"/>
          </ac:picMkLst>
        </pc:picChg>
      </pc:sldChg>
      <pc:sldChg chg="del">
        <pc:chgData name="M V ROHITH REDDY" userId="3814f85648738e30" providerId="LiveId" clId="{3D0BE96F-EAE7-4736-9CB7-40C63C9EE2A3}" dt="2025-11-11T05:45:42.403" v="1861" actId="47"/>
        <pc:sldMkLst>
          <pc:docMk/>
          <pc:sldMk cId="432618560" sldId="448"/>
        </pc:sldMkLst>
      </pc:sldChg>
      <pc:sldChg chg="addSp delSp modSp new mod">
        <pc:chgData name="M V ROHITH REDDY" userId="3814f85648738e30" providerId="LiveId" clId="{3D0BE96F-EAE7-4736-9CB7-40C63C9EE2A3}" dt="2025-11-11T08:36:27.411" v="2853" actId="1076"/>
        <pc:sldMkLst>
          <pc:docMk/>
          <pc:sldMk cId="841191266" sldId="448"/>
        </pc:sldMkLst>
        <pc:spChg chg="del">
          <ac:chgData name="M V ROHITH REDDY" userId="3814f85648738e30" providerId="LiveId" clId="{3D0BE96F-EAE7-4736-9CB7-40C63C9EE2A3}" dt="2025-11-11T06:43:08.843" v="2683" actId="478"/>
          <ac:spMkLst>
            <pc:docMk/>
            <pc:sldMk cId="841191266" sldId="448"/>
            <ac:spMk id="2" creationId="{86E5AD58-4C77-0378-62A7-F8579F06C03B}"/>
          </ac:spMkLst>
        </pc:spChg>
        <pc:spChg chg="del">
          <ac:chgData name="M V ROHITH REDDY" userId="3814f85648738e30" providerId="LiveId" clId="{3D0BE96F-EAE7-4736-9CB7-40C63C9EE2A3}" dt="2025-11-11T06:43:07.203" v="2682" actId="478"/>
          <ac:spMkLst>
            <pc:docMk/>
            <pc:sldMk cId="841191266" sldId="448"/>
            <ac:spMk id="3" creationId="{E7C143F3-FC3A-8594-EE77-21B38ED0F6A6}"/>
          </ac:spMkLst>
        </pc:spChg>
        <pc:spChg chg="add mod">
          <ac:chgData name="M V ROHITH REDDY" userId="3814f85648738e30" providerId="LiveId" clId="{3D0BE96F-EAE7-4736-9CB7-40C63C9EE2A3}" dt="2025-11-11T07:16:17.095" v="2754" actId="14100"/>
          <ac:spMkLst>
            <pc:docMk/>
            <pc:sldMk cId="841191266" sldId="448"/>
            <ac:spMk id="6" creationId="{C80A6AC8-32B7-67FF-D9A7-F6AB63C27A32}"/>
          </ac:spMkLst>
        </pc:spChg>
        <pc:spChg chg="add mod">
          <ac:chgData name="M V ROHITH REDDY" userId="3814f85648738e30" providerId="LiveId" clId="{3D0BE96F-EAE7-4736-9CB7-40C63C9EE2A3}" dt="2025-11-11T08:15:08.046" v="2818" actId="1076"/>
          <ac:spMkLst>
            <pc:docMk/>
            <pc:sldMk cId="841191266" sldId="448"/>
            <ac:spMk id="9" creationId="{79FD5498-948C-21CB-3EBA-CFBBB59B7D6E}"/>
          </ac:spMkLst>
        </pc:spChg>
        <pc:spChg chg="add mod">
          <ac:chgData name="M V ROHITH REDDY" userId="3814f85648738e30" providerId="LiveId" clId="{3D0BE96F-EAE7-4736-9CB7-40C63C9EE2A3}" dt="2025-11-11T08:35:28.891" v="2846" actId="1076"/>
          <ac:spMkLst>
            <pc:docMk/>
            <pc:sldMk cId="841191266" sldId="448"/>
            <ac:spMk id="10" creationId="{934DB4F0-396F-C8C6-BFE6-4EA519B5401A}"/>
          </ac:spMkLst>
        </pc:spChg>
        <pc:picChg chg="add mod">
          <ac:chgData name="M V ROHITH REDDY" userId="3814f85648738e30" providerId="LiveId" clId="{3D0BE96F-EAE7-4736-9CB7-40C63C9EE2A3}" dt="2025-11-11T08:13:22.333" v="2784" actId="1076"/>
          <ac:picMkLst>
            <pc:docMk/>
            <pc:sldMk cId="841191266" sldId="448"/>
            <ac:picMk id="3" creationId="{A911A665-3E14-64C6-56EC-EA26767AF3FD}"/>
          </ac:picMkLst>
        </pc:picChg>
        <pc:picChg chg="add mod">
          <ac:chgData name="M V ROHITH REDDY" userId="3814f85648738e30" providerId="LiveId" clId="{3D0BE96F-EAE7-4736-9CB7-40C63C9EE2A3}" dt="2025-11-11T06:43:17.015" v="2684"/>
          <ac:picMkLst>
            <pc:docMk/>
            <pc:sldMk cId="841191266" sldId="448"/>
            <ac:picMk id="5" creationId="{899F338A-1421-B6A2-EC65-705B73747B49}"/>
          </ac:picMkLst>
        </pc:picChg>
        <pc:picChg chg="add mod">
          <ac:chgData name="M V ROHITH REDDY" userId="3814f85648738e30" providerId="LiveId" clId="{3D0BE96F-EAE7-4736-9CB7-40C63C9EE2A3}" dt="2025-11-11T08:33:51.171" v="2821" actId="1076"/>
          <ac:picMkLst>
            <pc:docMk/>
            <pc:sldMk cId="841191266" sldId="448"/>
            <ac:picMk id="7" creationId="{2D8F8A93-4216-C95E-40D9-472AAD3A4B02}"/>
          </ac:picMkLst>
        </pc:picChg>
        <pc:picChg chg="add del mod">
          <ac:chgData name="M V ROHITH REDDY" userId="3814f85648738e30" providerId="LiveId" clId="{3D0BE96F-EAE7-4736-9CB7-40C63C9EE2A3}" dt="2025-11-11T07:14:35.557" v="2688" actId="478"/>
          <ac:picMkLst>
            <pc:docMk/>
            <pc:sldMk cId="841191266" sldId="448"/>
            <ac:picMk id="8" creationId="{42331628-2C4B-A364-B18D-3DD3267E7A1B}"/>
          </ac:picMkLst>
        </pc:picChg>
        <pc:picChg chg="add mod">
          <ac:chgData name="M V ROHITH REDDY" userId="3814f85648738e30" providerId="LiveId" clId="{3D0BE96F-EAE7-4736-9CB7-40C63C9EE2A3}" dt="2025-11-11T08:35:39.466" v="2848" actId="1076"/>
          <ac:picMkLst>
            <pc:docMk/>
            <pc:sldMk cId="841191266" sldId="448"/>
            <ac:picMk id="8" creationId="{642B3A4E-81DD-F70E-2B06-49E40EB4591F}"/>
          </ac:picMkLst>
        </pc:picChg>
        <pc:picChg chg="add del mod">
          <ac:chgData name="M V ROHITH REDDY" userId="3814f85648738e30" providerId="LiveId" clId="{3D0BE96F-EAE7-4736-9CB7-40C63C9EE2A3}" dt="2025-11-11T07:15:39.994" v="2695" actId="478"/>
          <ac:picMkLst>
            <pc:docMk/>
            <pc:sldMk cId="841191266" sldId="448"/>
            <ac:picMk id="10" creationId="{175FA462-3BDC-B1A8-7DA6-CFA68A861445}"/>
          </ac:picMkLst>
        </pc:picChg>
        <pc:picChg chg="add mod">
          <ac:chgData name="M V ROHITH REDDY" userId="3814f85648738e30" providerId="LiveId" clId="{3D0BE96F-EAE7-4736-9CB7-40C63C9EE2A3}" dt="2025-11-11T08:36:27.411" v="2853" actId="1076"/>
          <ac:picMkLst>
            <pc:docMk/>
            <pc:sldMk cId="841191266" sldId="448"/>
            <ac:picMk id="12" creationId="{65505DB1-F9EB-48ED-500B-7B2BE761C5B0}"/>
          </ac:picMkLst>
        </pc:picChg>
        <pc:picChg chg="add del mod">
          <ac:chgData name="M V ROHITH REDDY" userId="3814f85648738e30" providerId="LiveId" clId="{3D0BE96F-EAE7-4736-9CB7-40C63C9EE2A3}" dt="2025-11-11T07:15:39.994" v="2695" actId="478"/>
          <ac:picMkLst>
            <pc:docMk/>
            <pc:sldMk cId="841191266" sldId="448"/>
            <ac:picMk id="12" creationId="{F2526A13-882C-006A-850A-BAF89D5B5A9E}"/>
          </ac:picMkLst>
        </pc:picChg>
        <pc:picChg chg="add del mod">
          <ac:chgData name="M V ROHITH REDDY" userId="3814f85648738e30" providerId="LiveId" clId="{3D0BE96F-EAE7-4736-9CB7-40C63C9EE2A3}" dt="2025-11-11T08:13:02.593" v="2776" actId="478"/>
          <ac:picMkLst>
            <pc:docMk/>
            <pc:sldMk cId="841191266" sldId="448"/>
            <ac:picMk id="14" creationId="{312BB111-7A4F-FA30-A52D-5512C758B836}"/>
          </ac:picMkLst>
        </pc:picChg>
        <pc:picChg chg="add del mod">
          <ac:chgData name="M V ROHITH REDDY" userId="3814f85648738e30" providerId="LiveId" clId="{3D0BE96F-EAE7-4736-9CB7-40C63C9EE2A3}" dt="2025-11-11T08:13:04.713" v="2777" actId="478"/>
          <ac:picMkLst>
            <pc:docMk/>
            <pc:sldMk cId="841191266" sldId="448"/>
            <ac:picMk id="16" creationId="{0225D5D3-AAF0-49A0-4303-533D5BBCAF1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C3A06-8A2D-41FB-B209-96F00F9FF21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340DE-8815-411F-BE89-4346D330F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11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78372-CF26-4FB4-9C50-2E0A56BD2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F020DD-87D8-4ACA-BB88-D22750492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BF5A3-4F1B-4A6C-81E7-F04217210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00C5-8407-4937-A8DB-4F504BDFD491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B98A0-DCBC-4174-B5E9-606A5D5EC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73C9E-A23F-4403-A3EF-2E602B7F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4F3CB3-FB4F-4390-A8FF-C4BA4EAF541C}"/>
              </a:ext>
            </a:extLst>
          </p:cNvPr>
          <p:cNvSpPr/>
          <p:nvPr userDrawn="1"/>
        </p:nvSpPr>
        <p:spPr>
          <a:xfrm>
            <a:off x="10219" y="6451884"/>
            <a:ext cx="12176673" cy="40611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7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734746-6A92-4B71-878C-500E8FED6C8F}"/>
              </a:ext>
            </a:extLst>
          </p:cNvPr>
          <p:cNvSpPr/>
          <p:nvPr userDrawn="1"/>
        </p:nvSpPr>
        <p:spPr>
          <a:xfrm>
            <a:off x="10219" y="6451884"/>
            <a:ext cx="12176673" cy="40611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5D570-7184-465C-8B9E-C93507FF4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444"/>
            <a:ext cx="10515600" cy="471593"/>
          </a:xfrm>
        </p:spPr>
        <p:txBody>
          <a:bodyPr>
            <a:noAutofit/>
          </a:bodyPr>
          <a:lstStyle>
            <a:lvl1pPr algn="ctr"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D54E3-3829-45F1-A1AD-66AADDD13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0932"/>
            <a:ext cx="10515600" cy="5588567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DD3D0-31A1-456C-AC58-A3E56E74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73845"/>
            <a:ext cx="2743200" cy="365125"/>
          </a:xfrm>
        </p:spPr>
        <p:txBody>
          <a:bodyPr/>
          <a:lstStyle/>
          <a:p>
            <a:fld id="{B85AA577-FD59-4996-8D22-9343A4FAA1B8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7B827-8C09-44D3-A54F-3674CDC2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73845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369CE-7409-45BE-9DDE-FDE210838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8150" y="6473845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1BFB48-7771-40F1-A34B-9DBE21ACBAA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192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7A3CC-3D4B-456B-86BD-AE71FA363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91FE1-6CCF-4642-A729-D23F17638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8E2BC-D0AD-4A19-937C-35BB69B0F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45317-EA4F-4A64-9A0A-84A9FB36DFBF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90A5F-E6E2-4B8D-9AF7-6A6AAD20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A87-609A-473B-BD8E-C3FE65F71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241BFB48-7771-40F1-A34B-9DBE21ACBAA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714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432F0-7771-4BEC-ABB9-12327FA62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C5788-228C-460C-8F4C-B3F5ED3D3A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74446E-3544-427A-9D69-6324554CF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30811-A853-4BC4-AA8F-375B0F552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D46F6-5A11-487D-AA2B-DCA1D6BFB920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47E60-D0E5-484E-B070-2CB53D259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1C8D4-7B59-41BC-A604-F87C8E0A7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5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F8B6-C7D3-47BA-8977-0793575EA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CDB33-D1FE-42EE-B145-1F42398A6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16AF4-4855-449D-9E9B-BACD33298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3A9904-37F9-4B8D-97AC-CB01B6323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787AD5-A764-4903-B41D-11831A094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249FA4-4684-4183-BA58-1CFBAF559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44BB-98E2-4C7F-A1AB-518574E2A71A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9F7FAB-80E2-4063-94CF-E865B008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DD707B-3598-419D-8020-88C28852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7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9DDA-F8F6-4253-B0BE-AD1CFC70F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647CC3-8C68-4FC0-A0C3-8CCB74334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1566-76DB-424C-8FA4-37CABCB3D7A4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95BF9-DA4C-4F4F-80A5-6AECBCB6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25776-A459-47C7-8A9E-F4F22739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82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DAFD0-9D47-4617-B906-5515AA940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2BC1F-7E97-446D-AE96-FACDC861C1AF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FC0880-653B-410A-88D9-F2E19937B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20DAA-C461-4D2F-B98B-6003AA9D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241BFB48-7771-40F1-A34B-9DBE21ACBAA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730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1D0B4-054B-4D4C-B2EE-1DE943FB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F73FA-89C4-4AC5-A110-B1606F932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B3495-D631-4793-BE33-C274CFF8D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CE788-9A10-4A38-AF3B-0EF81EA83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CB20-4874-4D12-B1DE-7B473FECCE62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A4675-81EE-471C-B262-ECC47ED11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2A8C5-23F1-449D-8A3E-8BF17EBB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00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6FB1D-D847-493F-A28A-DAC676514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AA0BE1-888B-426B-B9F4-7709DE3EB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5BDB8-075B-4C28-97A4-631E93970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2BA3D-C0F6-4E79-8A1A-77DCD56F5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7F377-5102-4E48-ACC8-654565A8137E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97F74-A0B2-4D67-9078-196A9D356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2E539-D810-499A-9283-3E33FF31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1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943A-8794-47E2-99A8-B24D4F5A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159B7F-31DF-46C3-9A47-368EC41CC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FEBE2-5847-4A47-8A5A-26877F4F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0694-8C3F-40C4-89D7-6BDDB5B06339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EF840-3F39-4661-BB58-05D210720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B9137-AF7D-4DF4-B8F1-040661A3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88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BFC79C-3A6E-4211-AB38-E9A7CD64FD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07B4D-7422-416E-AAA7-762CBDBAD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9CBD1-8FC8-4EB2-98A6-08B2B97B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A6357-C5DF-4229-813D-68D671D8ECAC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5C90E-CE2F-4682-9F59-8C247CF9E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612C4-B535-4547-B026-655A4560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1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F9C8-A3F4-447F-BC8E-AA563F522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A73A22-C94D-49B3-A396-B784D3AD3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A7EF4-18B1-4B03-9BD5-44E47DC0FF09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4DB87-638E-47B5-80BE-672DDD501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6E1B3-F70F-48B0-9855-4095380F2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12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20B757-4039-49DE-A7AD-DF611AED1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0F8F4-91F9-4B0F-B1C2-B6DED9479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9529E-D930-4DDE-894A-E00CF4B1B7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E4D7F-A975-4744-9523-B252351F401D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7E1B1-30E5-4D92-8DD3-95A21B7721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391F9-1435-4168-8E24-7AEC34902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BFB48-7771-40F1-A34B-9DBE21ACBAA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30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C0BDD-32A7-4415-B39F-FA546A09F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11" y="575305"/>
            <a:ext cx="12125739" cy="200886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Simulation of Outer Rotor PMBLDC Motor  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for Torque Improvement</a:t>
            </a:r>
            <a:endParaRPr lang="en-US" sz="2800" b="1" baseline="-25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6A217-9D02-46E1-85A0-4D1A20078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1355" y="4273827"/>
            <a:ext cx="6115807" cy="1803998"/>
          </a:xfrm>
        </p:spPr>
        <p:txBody>
          <a:bodyPr>
            <a:normAutofit fontScale="92500" lnSpcReduction="10000"/>
          </a:bodyPr>
          <a:lstStyle/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r>
              <a:rPr lang="en-IN" sz="1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V Rohith Reddy </a:t>
            </a:r>
          </a:p>
          <a:p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Engineering</a:t>
            </a:r>
          </a:p>
          <a:p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Electrical and Computer Sciences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IIT Bhubaneswar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sz="1800" dirty="0"/>
            </a:b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B262CCB-31FA-BC1B-440A-E222FA147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8150" y="6473845"/>
            <a:ext cx="2743200" cy="365125"/>
          </a:xfrm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2555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046AF-F20C-DF62-F8F5-CB9E9AD84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40F9B-4A85-1DB2-D09C-30EDCC9C1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77" y="1419733"/>
            <a:ext cx="10114273" cy="40185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Core Problem : </a:t>
            </a:r>
            <a:r>
              <a:rPr lang="en-US" sz="1800" dirty="0"/>
              <a:t>How can we improve the torque output of an Outer Rotor Brushless DC (ORPMBLDC) motor?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The Fundamental Problem:</a:t>
            </a:r>
            <a:endParaRPr lang="en-US" sz="1800" dirty="0"/>
          </a:p>
          <a:p>
            <a:pPr lvl="1"/>
            <a:r>
              <a:rPr lang="en-US" sz="1600" dirty="0"/>
              <a:t>BLDC motors don't produce constant torque throughout rotation</a:t>
            </a:r>
          </a:p>
          <a:p>
            <a:pPr lvl="1"/>
            <a:r>
              <a:rPr lang="en-US" sz="1600" dirty="0"/>
              <a:t>Conventional drives use fixed commutation angles</a:t>
            </a:r>
          </a:p>
          <a:p>
            <a:pPr lvl="1"/>
            <a:r>
              <a:rPr lang="en-US" sz="1600" dirty="0"/>
              <a:t>This leaves significant torque potential untapped</a:t>
            </a:r>
          </a:p>
          <a:p>
            <a:pPr lvl="1"/>
            <a:r>
              <a:rPr lang="en-US" sz="1600" b="1" dirty="0"/>
              <a:t>Particularly critical for outer rotor designs</a:t>
            </a:r>
            <a:r>
              <a:rPr lang="en-US" sz="1600" dirty="0"/>
              <a:t> where torque density is already higher.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IN" sz="1800" b="1" dirty="0"/>
              <a:t>Paper's Proposed Solution:</a:t>
            </a:r>
            <a:r>
              <a:rPr lang="en-IN" sz="1800" dirty="0"/>
              <a:t> Use Finite Element Method simulation with FEMM to analyse torque at various rotor positions and propose an optimal </a:t>
            </a:r>
            <a:r>
              <a:rPr lang="en-IN" sz="1800" b="1" dirty="0"/>
              <a:t>sinusoidal excitation</a:t>
            </a:r>
            <a:r>
              <a:rPr lang="en-IN" sz="1800" dirty="0"/>
              <a:t> strategy to maximize average torque.</a:t>
            </a:r>
            <a:br>
              <a:rPr lang="en-US" sz="2000" dirty="0"/>
            </a:b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97ADE-FD69-5A9C-DE61-1C58EB99A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2C15A-83E4-DE5D-F11B-98CA0195A2AC}"/>
              </a:ext>
            </a:extLst>
          </p:cNvPr>
          <p:cNvSpPr txBox="1"/>
          <p:nvPr/>
        </p:nvSpPr>
        <p:spPr>
          <a:xfrm>
            <a:off x="428660" y="120945"/>
            <a:ext cx="73274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170282"/>
                </a:solidFill>
              </a:rPr>
              <a:t>Problem Statement</a:t>
            </a:r>
            <a:endParaRPr lang="en-IN" sz="3600" dirty="0">
              <a:solidFill>
                <a:srgbClr val="170282"/>
              </a:solidFill>
            </a:endParaRPr>
          </a:p>
        </p:txBody>
      </p:sp>
      <p:pic>
        <p:nvPicPr>
          <p:cNvPr id="8" name="Picture 2" descr="IIT Bhubaneswar - Wikipedia">
            <a:extLst>
              <a:ext uri="{FF2B5EF4-FFF2-40B4-BE49-F238E27FC236}">
                <a16:creationId xmlns:a16="http://schemas.microsoft.com/office/drawing/2014/main" id="{541820AE-562A-311A-428C-D9210768E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051" y="19030"/>
            <a:ext cx="851769" cy="78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824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FD277-B70D-83F6-75C8-1A503EC8E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BA7C2-2D7B-363A-DB3E-AA8AF9006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40" y="144993"/>
            <a:ext cx="7887695" cy="471593"/>
          </a:xfrm>
        </p:spPr>
        <p:txBody>
          <a:bodyPr/>
          <a:lstStyle/>
          <a:p>
            <a:r>
              <a:rPr lang="en-IN" dirty="0">
                <a:solidFill>
                  <a:srgbClr val="170282"/>
                </a:solidFill>
              </a:rPr>
              <a:t>Brushless DC Motor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EE421-8CA5-ECA4-1878-F5CA45649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142" y="807637"/>
            <a:ext cx="8252543" cy="2981738"/>
          </a:xfrm>
        </p:spPr>
        <p:txBody>
          <a:bodyPr>
            <a:noAutofit/>
          </a:bodyPr>
          <a:lstStyle/>
          <a:p>
            <a:r>
              <a:rPr lang="en-US" sz="1800" b="1" dirty="0"/>
              <a:t>Brushless DC motor </a:t>
            </a:r>
            <a:r>
              <a:rPr lang="en-US" sz="1800" dirty="0"/>
              <a:t>also known as electronically commutated motors(ECMs, EC motors) are synchronous that are powered by a DC electric source via an integrated inverter/switching power supply, which drives the motor.</a:t>
            </a:r>
          </a:p>
          <a:p>
            <a:r>
              <a:rPr lang="en-US" sz="1800" dirty="0"/>
              <a:t>Magnetic fields generated by the stator and rotor rotate at the same frequency.</a:t>
            </a:r>
          </a:p>
          <a:p>
            <a:r>
              <a:rPr lang="en-US" sz="1800" dirty="0"/>
              <a:t>No slip in the machine.</a:t>
            </a:r>
          </a:p>
          <a:p>
            <a:r>
              <a:rPr lang="en-US" sz="1800" dirty="0"/>
              <a:t>Stator consists of several coils which current is lead through creating a magnetic field that makes the rotor turns.</a:t>
            </a:r>
            <a:endParaRPr lang="en-US" sz="14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.</a:t>
            </a:r>
            <a:endParaRPr lang="en-US" sz="18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58363-4F6A-CE5A-02A2-10BD70C3E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2" descr="IIT Bhubaneswar - Wikipedia">
            <a:extLst>
              <a:ext uri="{FF2B5EF4-FFF2-40B4-BE49-F238E27FC236}">
                <a16:creationId xmlns:a16="http://schemas.microsoft.com/office/drawing/2014/main" id="{2830C1E4-FEF6-172A-3815-144DBA0FA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051" y="19030"/>
            <a:ext cx="851769" cy="78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D190C4-61D4-B101-13FD-27E027F9C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054" y="3789375"/>
            <a:ext cx="7059010" cy="261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97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56282-0CC2-99F5-822C-453337E0B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8A88C-92CF-885A-238B-40B858B1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42" y="414571"/>
            <a:ext cx="4587240" cy="471593"/>
          </a:xfrm>
        </p:spPr>
        <p:txBody>
          <a:bodyPr/>
          <a:lstStyle/>
          <a:p>
            <a:r>
              <a:rPr lang="en-IN" dirty="0">
                <a:solidFill>
                  <a:srgbClr val="170282"/>
                </a:solidFill>
              </a:rPr>
              <a:t>Types of BLDC Motor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3DCC9-6CE5-2F96-66E6-7923E78B3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72" y="413333"/>
            <a:ext cx="9036658" cy="164918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r>
              <a:rPr lang="en-US" sz="2000" dirty="0"/>
              <a:t>BLDC Motor can be categorized by their design or control method:</a:t>
            </a:r>
          </a:p>
          <a:p>
            <a:endParaRPr lang="en-US" sz="18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4268B-AB01-32F3-DE57-5BB03B273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2" descr="IIT Bhubaneswar - Wikipedia">
            <a:extLst>
              <a:ext uri="{FF2B5EF4-FFF2-40B4-BE49-F238E27FC236}">
                <a16:creationId xmlns:a16="http://schemas.microsoft.com/office/drawing/2014/main" id="{3DBEABDD-6901-EBCA-ACF1-E4CFD51BB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051" y="19030"/>
            <a:ext cx="851769" cy="78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hat is a BLDC Motor? – ABLIC Inc.">
            <a:extLst>
              <a:ext uri="{FF2B5EF4-FFF2-40B4-BE49-F238E27FC236}">
                <a16:creationId xmlns:a16="http://schemas.microsoft.com/office/drawing/2014/main" id="{1E931D1C-3E4A-A654-60B7-8CE5692C7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9164" y="981012"/>
            <a:ext cx="4053270" cy="207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EAA103-8D34-452A-F2C3-0E462E53DA44}"/>
              </a:ext>
            </a:extLst>
          </p:cNvPr>
          <p:cNvSpPr txBox="1">
            <a:spLocks/>
          </p:cNvSpPr>
          <p:nvPr/>
        </p:nvSpPr>
        <p:spPr>
          <a:xfrm>
            <a:off x="66521" y="1415932"/>
            <a:ext cx="5955528" cy="853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en-US" sz="2000" b="1" dirty="0"/>
              <a:t>Design</a:t>
            </a:r>
            <a:r>
              <a:rPr lang="en-US" sz="2000" dirty="0"/>
              <a:t>: Inner runner and Outer runner</a:t>
            </a:r>
          </a:p>
          <a:p>
            <a:pPr lvl="2"/>
            <a:endParaRPr lang="en-US" sz="1600" dirty="0"/>
          </a:p>
          <a:p>
            <a:endParaRPr lang="en-US" sz="1800" baseline="-25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A005374-A1E1-5786-767F-C20901EF807C}"/>
              </a:ext>
            </a:extLst>
          </p:cNvPr>
          <p:cNvSpPr txBox="1">
            <a:spLocks/>
          </p:cNvSpPr>
          <p:nvPr/>
        </p:nvSpPr>
        <p:spPr>
          <a:xfrm>
            <a:off x="24611" y="1888763"/>
            <a:ext cx="7444622" cy="2038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/>
              <a:t>Inner runner</a:t>
            </a:r>
            <a:r>
              <a:rPr lang="en-US" sz="2000" dirty="0"/>
              <a:t>: </a:t>
            </a:r>
            <a:r>
              <a:rPr lang="en-US" sz="1900" dirty="0"/>
              <a:t>The rotor is on the inside, with coils on the outside, forming a standard motor structure.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900" b="1" dirty="0"/>
              <a:t>Outer runner </a:t>
            </a:r>
            <a:r>
              <a:rPr lang="en-US" sz="1900" dirty="0"/>
              <a:t>: </a:t>
            </a:r>
            <a:r>
              <a:rPr lang="en-US" sz="1800" dirty="0"/>
              <a:t>The rotor is on the outside, with a stationary stator on the inside. This is the reverse construction of an inrunner.</a:t>
            </a:r>
          </a:p>
          <a:p>
            <a:pPr marL="457200" lvl="1" indent="0">
              <a:buNone/>
            </a:pPr>
            <a:endParaRPr lang="en-US" sz="1900" dirty="0"/>
          </a:p>
          <a:p>
            <a:pPr lvl="2"/>
            <a:endParaRPr lang="en-US" sz="1600" dirty="0"/>
          </a:p>
          <a:p>
            <a:endParaRPr lang="en-US" sz="1800" baseline="-250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035C5A2-84A4-4A62-84E3-FB273AB8EF20}"/>
              </a:ext>
            </a:extLst>
          </p:cNvPr>
          <p:cNvSpPr txBox="1">
            <a:spLocks/>
          </p:cNvSpPr>
          <p:nvPr/>
        </p:nvSpPr>
        <p:spPr>
          <a:xfrm>
            <a:off x="24611" y="3667477"/>
            <a:ext cx="6384140" cy="853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en-US" sz="2000" b="1" dirty="0"/>
              <a:t>By Control Method</a:t>
            </a:r>
            <a:r>
              <a:rPr lang="en-US" sz="2000" dirty="0"/>
              <a:t>: Sensored and Sensorless</a:t>
            </a:r>
          </a:p>
          <a:p>
            <a:pPr lvl="2"/>
            <a:endParaRPr lang="en-US" sz="1600" dirty="0"/>
          </a:p>
          <a:p>
            <a:endParaRPr lang="en-US" sz="1800" baseline="-25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32D35BE-EAE9-D75A-56A0-99DD6EB97236}"/>
              </a:ext>
            </a:extLst>
          </p:cNvPr>
          <p:cNvSpPr txBox="1">
            <a:spLocks/>
          </p:cNvSpPr>
          <p:nvPr/>
        </p:nvSpPr>
        <p:spPr>
          <a:xfrm>
            <a:off x="564542" y="4188144"/>
            <a:ext cx="7444622" cy="2038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Sensored:</a:t>
            </a:r>
            <a:r>
              <a:rPr lang="en-US" sz="1800" dirty="0"/>
              <a:t> Uses Hall effect sensors to detect the rotor's position, which helps the drive controller know when to switch the current.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bg2">
                    <a:lumMod val="10000"/>
                  </a:schemeClr>
                </a:solidFill>
              </a:rPr>
              <a:t>SensorLess</a:t>
            </a:r>
            <a:r>
              <a:rPr lang="en-US" sz="1800" b="1" dirty="0"/>
              <a:t>:</a:t>
            </a:r>
            <a:r>
              <a:rPr lang="en-US" sz="1800" dirty="0"/>
              <a:t> Does not use sensors. The controller uses the back electromotive force (back EMF) generated by the motor to determine the rotor's position</a:t>
            </a:r>
          </a:p>
          <a:p>
            <a:pPr marL="457200" lvl="1" indent="0">
              <a:buNone/>
            </a:pPr>
            <a:endParaRPr lang="en-US" sz="1900" dirty="0"/>
          </a:p>
          <a:p>
            <a:pPr lvl="2"/>
            <a:endParaRPr lang="en-US" sz="1600" dirty="0"/>
          </a:p>
          <a:p>
            <a:endParaRPr lang="en-US" sz="1800" baseline="-25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5E2BC5-4C41-9F26-CA74-3A10A39B2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134" y="3362819"/>
            <a:ext cx="2255299" cy="1949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9DF7FD-BBD5-412A-AA5B-FF22C9D106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1521" y="4552296"/>
            <a:ext cx="2255299" cy="164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06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B338D-D54F-A93A-060C-A2DC488D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1831A51-B461-4935-F3E4-4BF8CB019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09" y="1068516"/>
            <a:ext cx="6467134" cy="6401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Electronic commutation energizes stator coils in a timed sequence (replacing brushes), producing a rotating magnetic field that drives the rotor.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Rotor position is detected using Hall sensors or sensorless methods (back-EMF/encoder), and the controller uses that info to time the commutation.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Torque comes from the interaction of the stator’s energized field and the rotor permanent magnets; the inverter controls current amplitude/phase to regulate torque and speed.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" name="Picture 2" descr="IIT Bhubaneswar - Wikipedia">
            <a:extLst>
              <a:ext uri="{FF2B5EF4-FFF2-40B4-BE49-F238E27FC236}">
                <a16:creationId xmlns:a16="http://schemas.microsoft.com/office/drawing/2014/main" id="{1BBA6B99-1C07-7BB6-22F8-8F4F3F227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4358" y="26756"/>
            <a:ext cx="851769" cy="78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1A9930F9-56C4-360C-7098-CF7AA40C4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70115" y="-69911"/>
            <a:ext cx="9144000" cy="701449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170282"/>
                </a:solidFill>
              </a:rPr>
              <a:t>Working of BLDC Motor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6B32EA-7CE4-2673-CF64-5F31B3124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325" y="1458280"/>
            <a:ext cx="5355866" cy="301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74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ECA35-D046-C4E9-6601-C85BF51B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8" y="273522"/>
            <a:ext cx="7544912" cy="471593"/>
          </a:xfrm>
        </p:spPr>
        <p:txBody>
          <a:bodyPr/>
          <a:lstStyle/>
          <a:p>
            <a:r>
              <a:rPr lang="en-IN" sz="3200" dirty="0">
                <a:solidFill>
                  <a:srgbClr val="170282"/>
                </a:solidFill>
              </a:rPr>
              <a:t>FEMM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25E2D-B3FB-C4D7-CE6B-05D10EFB1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91" y="1298267"/>
            <a:ext cx="7606700" cy="4388863"/>
          </a:xfrm>
        </p:spPr>
        <p:txBody>
          <a:bodyPr>
            <a:normAutofit/>
          </a:bodyPr>
          <a:lstStyle/>
          <a:p>
            <a:r>
              <a:rPr lang="en-US" sz="2000" b="1" dirty="0"/>
              <a:t>The paper’s methodology is as follows: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Model</a:t>
            </a:r>
            <a:r>
              <a:rPr lang="en-US" sz="2000" dirty="0"/>
              <a:t> the motor in FEMM using specifications from Table I,II.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Excite the Windings:</a:t>
            </a:r>
            <a:r>
              <a:rPr lang="en-US" sz="2000" dirty="0"/>
              <a:t> Simulate 3-phase currents (A, B, C).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Sweep Parameters:</a:t>
            </a:r>
          </a:p>
          <a:p>
            <a:pPr lvl="1"/>
            <a:r>
              <a:rPr lang="en-US" sz="1800" dirty="0"/>
              <a:t>Rotor Angle: 0° to 90° (in 2.5° steps). </a:t>
            </a:r>
          </a:p>
          <a:p>
            <a:pPr lvl="1"/>
            <a:r>
              <a:rPr lang="en-US" sz="1800" dirty="0"/>
              <a:t>Phase Angle: 0° to 360° (in 5° steps).</a:t>
            </a:r>
            <a:endParaRPr lang="en-US" sz="1600" b="1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Calculate Torque:</a:t>
            </a:r>
            <a:r>
              <a:rPr lang="en-US" sz="2000" dirty="0"/>
              <a:t> Using the </a:t>
            </a:r>
            <a:r>
              <a:rPr lang="en-US" sz="2000" b="1" dirty="0"/>
              <a:t>Maxwell Stress Tensor</a:t>
            </a:r>
            <a:r>
              <a:rPr lang="en-US" sz="2000" dirty="0"/>
              <a:t> method.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Find Peak Torque</a:t>
            </a:r>
            <a:r>
              <a:rPr lang="en-US" sz="2000" dirty="0"/>
              <a:t> for each rotor position.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AE3B3-26EA-AE07-E7CB-48F3661C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2" descr="IIT Bhubaneswar - Wikipedia">
            <a:extLst>
              <a:ext uri="{FF2B5EF4-FFF2-40B4-BE49-F238E27FC236}">
                <a16:creationId xmlns:a16="http://schemas.microsoft.com/office/drawing/2014/main" id="{AB9E55A7-866E-6C62-98B0-A12D75A92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4358" y="26756"/>
            <a:ext cx="851769" cy="78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98641E-3D4B-016E-654C-C9C5E9CB2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857" y="815363"/>
            <a:ext cx="3669385" cy="15718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85EC7D-75ED-6858-17C8-D97F7CD0B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020" y="2387207"/>
            <a:ext cx="2617634" cy="385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100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8BE6F-82CB-6EBB-E3A8-B15262D92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F04F3-06E9-F16E-DB88-402E549BA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268" y="129085"/>
            <a:ext cx="7159416" cy="471593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FEMM 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1685F-B69B-B6A5-358C-95CF9C62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4" name="Picture 2" descr="IIT Bhubaneswar - Wikipedia">
            <a:extLst>
              <a:ext uri="{FF2B5EF4-FFF2-40B4-BE49-F238E27FC236}">
                <a16:creationId xmlns:a16="http://schemas.microsoft.com/office/drawing/2014/main" id="{C448FB9F-16BB-70E1-1BE8-F6CF933AD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4358" y="26756"/>
            <a:ext cx="851769" cy="78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F07F34-B318-3FDA-DFF9-AD52FF52F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56" y="876891"/>
            <a:ext cx="4941990" cy="46311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24B6C4-3940-5C1B-0CCD-23BCBCB99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367" y="876891"/>
            <a:ext cx="4941991" cy="45607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CEF4D6-6B61-1AC8-86D7-7D00489B0A66}"/>
              </a:ext>
            </a:extLst>
          </p:cNvPr>
          <p:cNvSpPr txBox="1"/>
          <p:nvPr/>
        </p:nvSpPr>
        <p:spPr>
          <a:xfrm>
            <a:off x="1757239" y="5693134"/>
            <a:ext cx="144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Motor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4ECC03-24E2-553C-C4B3-59B6D3F59A2C}"/>
              </a:ext>
            </a:extLst>
          </p:cNvPr>
          <p:cNvSpPr txBox="1"/>
          <p:nvPr/>
        </p:nvSpPr>
        <p:spPr>
          <a:xfrm>
            <a:off x="7486792" y="5611777"/>
            <a:ext cx="2573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FEMM meshed 2D Model</a:t>
            </a:r>
          </a:p>
        </p:txBody>
      </p:sp>
    </p:spTree>
    <p:extLst>
      <p:ext uri="{BB962C8B-B14F-4D97-AF65-F5344CB8AC3E}">
        <p14:creationId xmlns:p14="http://schemas.microsoft.com/office/powerpoint/2010/main" val="2675545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FCF67-C0D0-F10A-6AD4-E01FD78E7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C0F95-9E22-7F96-F178-A98736698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699" y="365419"/>
            <a:ext cx="5766586" cy="471593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FEMM Simulation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E8C758-C0CF-DE0B-600E-C93A9C92A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347" y="1285090"/>
            <a:ext cx="6235356" cy="3589060"/>
          </a:xfrm>
        </p:spPr>
        <p:txBody>
          <a:bodyPr>
            <a:normAutofit/>
          </a:bodyPr>
          <a:lstStyle/>
          <a:p>
            <a:r>
              <a:rPr lang="en-US" sz="1800" dirty="0"/>
              <a:t>The accuracy of this method is dependent on the model discretization and on the selection of the integration line or contour.</a:t>
            </a:r>
          </a:p>
          <a:p>
            <a:r>
              <a:rPr lang="en-US" sz="1800" dirty="0"/>
              <a:t>Using Maxwell stress tensor, the electromagnetic forces can be determined on the basis of the magnetic flux density, that is: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B187C-736A-A1F0-45EE-D916FBDEA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4" name="Picture 2" descr="IIT Bhubaneswar - Wikipedia">
            <a:extLst>
              <a:ext uri="{FF2B5EF4-FFF2-40B4-BE49-F238E27FC236}">
                <a16:creationId xmlns:a16="http://schemas.microsoft.com/office/drawing/2014/main" id="{D98A05F8-0E2D-56C4-023E-82A613B11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4358" y="26756"/>
            <a:ext cx="851769" cy="78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2E1B80-65D4-BC0C-99EF-A9EACAC68ACD}"/>
              </a:ext>
            </a:extLst>
          </p:cNvPr>
          <p:cNvSpPr txBox="1"/>
          <p:nvPr/>
        </p:nvSpPr>
        <p:spPr>
          <a:xfrm>
            <a:off x="6843423" y="5996305"/>
            <a:ext cx="335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Stator Non Linear BH Relationship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4C8D56-E713-B11A-853A-37DB0E1B5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249" y="3375434"/>
            <a:ext cx="3982694" cy="25126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E6B952-5E22-B79C-E596-2C9274F286D8}"/>
              </a:ext>
            </a:extLst>
          </p:cNvPr>
          <p:cNvSpPr txBox="1"/>
          <p:nvPr/>
        </p:nvSpPr>
        <p:spPr>
          <a:xfrm>
            <a:off x="7031258" y="3116448"/>
            <a:ext cx="2867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Rotor Linear BH Relationship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1E7ED8-DB2E-162D-6980-C217B1BA8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249" y="632431"/>
            <a:ext cx="3816273" cy="25126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050524-F0BC-E269-B863-CC00A6D4B021}"/>
                  </a:ext>
                </a:extLst>
              </p:cNvPr>
              <p:cNvSpPr txBox="1"/>
              <p:nvPr/>
            </p:nvSpPr>
            <p:spPr>
              <a:xfrm>
                <a:off x="-1082131" y="3254112"/>
                <a:ext cx="7806111" cy="8933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subHide m:val="on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acc>
                                <m:accPr>
                                  <m:chr m:val="⃗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acc>
                                <m:accPr>
                                  <m:chr m:val="⃗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𝑑𝑠</m:t>
                          </m:r>
                        </m:e>
                      </m:nary>
                    </m:oMath>
                  </m:oMathPara>
                </a14:m>
                <a:endParaRPr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050524-F0BC-E269-B863-CC00A6D4B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82131" y="3254112"/>
                <a:ext cx="7806111" cy="8933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CED03C-4C0A-0E59-83AB-2A8FF17243E4}"/>
                  </a:ext>
                </a:extLst>
              </p:cNvPr>
              <p:cNvSpPr txBox="1"/>
              <p:nvPr/>
            </p:nvSpPr>
            <p:spPr>
              <a:xfrm>
                <a:off x="488942" y="4286553"/>
                <a:ext cx="2378023" cy="587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IN" i="1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</m:oMath>
                  </m:oMathPara>
                </a14:m>
                <a:endParaRPr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CED03C-4C0A-0E59-83AB-2A8FF1724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42" y="4286553"/>
                <a:ext cx="2378023" cy="587597"/>
              </a:xfrm>
              <a:prstGeom prst="rect">
                <a:avLst/>
              </a:prstGeom>
              <a:blipFill>
                <a:blip r:embed="rId6"/>
                <a:stretch>
                  <a:fillRect t="-216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2578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226C7-49AE-0100-F7BC-E6CF16F1F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0AB0C-E1C1-1916-EBDD-6F953C519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699" y="365419"/>
            <a:ext cx="5766586" cy="471593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FEMM Simulation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130B00-DEE2-EDA4-E209-9D6DACEF2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347" y="1285090"/>
            <a:ext cx="4726367" cy="3589060"/>
          </a:xfrm>
        </p:spPr>
        <p:txBody>
          <a:bodyPr>
            <a:normAutofit/>
          </a:bodyPr>
          <a:lstStyle/>
          <a:p>
            <a:r>
              <a:rPr lang="en-US" sz="1800" dirty="0"/>
              <a:t>The Motor has been modeled with 57086 nodes and 113423 elements in 2D plane.</a:t>
            </a:r>
          </a:p>
          <a:p>
            <a:r>
              <a:rPr lang="en-US" sz="1800" dirty="0"/>
              <a:t>Fine mesh in the Air Gap region is essential for accurate Torque calculation.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Stator and Rotor geometry is drawn in  FreeCAD software and imported as DXF files to FEMM.</a:t>
            </a:r>
          </a:p>
          <a:p>
            <a:r>
              <a:rPr lang="en-US" sz="1800" dirty="0"/>
              <a:t>Manually rotating the rotor and changing currents 73x36 times is difficult, we can use </a:t>
            </a:r>
            <a:r>
              <a:rPr lang="en-US" sz="1800" dirty="0" err="1"/>
              <a:t>lua</a:t>
            </a:r>
            <a:r>
              <a:rPr lang="en-US" sz="1800" dirty="0"/>
              <a:t> script to automate the process.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22BBA-60CD-A93D-CFC9-6F77F755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4" name="Picture 2" descr="IIT Bhubaneswar - Wikipedia">
            <a:extLst>
              <a:ext uri="{FF2B5EF4-FFF2-40B4-BE49-F238E27FC236}">
                <a16:creationId xmlns:a16="http://schemas.microsoft.com/office/drawing/2014/main" id="{E7FC845C-B53F-5F1F-ACE4-5A674D0A7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4358" y="26756"/>
            <a:ext cx="851769" cy="78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71ED8E-9E61-F4CF-A6B2-8981FCA73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714" y="866586"/>
            <a:ext cx="7120601" cy="51248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F6A839-53F3-0437-8F82-46575DF4B6CA}"/>
              </a:ext>
            </a:extLst>
          </p:cNvPr>
          <p:cNvSpPr txBox="1"/>
          <p:nvPr/>
        </p:nvSpPr>
        <p:spPr>
          <a:xfrm>
            <a:off x="6096000" y="6042636"/>
            <a:ext cx="3417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Magnetic Flux Density Distribution</a:t>
            </a:r>
          </a:p>
        </p:txBody>
      </p:sp>
    </p:spTree>
    <p:extLst>
      <p:ext uri="{BB962C8B-B14F-4D97-AF65-F5344CB8AC3E}">
        <p14:creationId xmlns:p14="http://schemas.microsoft.com/office/powerpoint/2010/main" val="2459929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DB98C-3E8B-5CA1-05FE-654693DB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2" descr="IIT Bhubaneswar - Wikipedia">
            <a:extLst>
              <a:ext uri="{FF2B5EF4-FFF2-40B4-BE49-F238E27FC236}">
                <a16:creationId xmlns:a16="http://schemas.microsoft.com/office/drawing/2014/main" id="{899F338A-1421-B6A2-EC65-705B73747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4358" y="26756"/>
            <a:ext cx="851769" cy="78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80A6AC8-32B7-67FF-D9A7-F6AB63C27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426" y="254101"/>
            <a:ext cx="9040633" cy="471593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Lua Script for Rotation and Currents updating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11A665-3E14-64C6-56EC-EA26767AF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98" y="725694"/>
            <a:ext cx="3919536" cy="5737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2B3A4E-81DD-F70E-2B06-49E40EB45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487" y="745128"/>
            <a:ext cx="4485848" cy="22686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FD5498-948C-21CB-3EBA-CFBBB59B7D6E}"/>
              </a:ext>
            </a:extLst>
          </p:cNvPr>
          <p:cNvSpPr txBox="1"/>
          <p:nvPr/>
        </p:nvSpPr>
        <p:spPr>
          <a:xfrm>
            <a:off x="7537837" y="3096636"/>
            <a:ext cx="1961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Results from paper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8F8A93-4216-C95E-40D9-472AAD3A4B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881" y="3670179"/>
            <a:ext cx="3862719" cy="21278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4DB4F0-396F-C8C6-BFE6-4EA519B5401A}"/>
              </a:ext>
            </a:extLst>
          </p:cNvPr>
          <p:cNvSpPr txBox="1"/>
          <p:nvPr/>
        </p:nvSpPr>
        <p:spPr>
          <a:xfrm>
            <a:off x="7103936" y="5938860"/>
            <a:ext cx="2394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Results from simulation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505DB1-F9EB-48ED-500B-7B2BE761C5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037" y="3755526"/>
            <a:ext cx="3082044" cy="187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191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B338D-D54F-A93A-060C-A2DC488D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FB48-7771-40F1-A34B-9DBE21ACBAA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7A700F-A76B-6829-D397-6D4B58909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831" y="4560249"/>
            <a:ext cx="10527527" cy="142558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6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marL="0" indent="0" algn="ctr">
              <a:buNone/>
            </a:pPr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Questions??</a:t>
            </a:r>
          </a:p>
        </p:txBody>
      </p:sp>
      <p:pic>
        <p:nvPicPr>
          <p:cNvPr id="5" name="Picture 2" descr="IIT Bhubaneswar - Wikipedia">
            <a:extLst>
              <a:ext uri="{FF2B5EF4-FFF2-40B4-BE49-F238E27FC236}">
                <a16:creationId xmlns:a16="http://schemas.microsoft.com/office/drawing/2014/main" id="{A3B3427A-1192-4D92-22BB-C85EB8CE2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4358" y="26756"/>
            <a:ext cx="851769" cy="78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CDA54E3F-1690-ACCC-65E8-E36BE2A0DFFF}"/>
              </a:ext>
            </a:extLst>
          </p:cNvPr>
          <p:cNvSpPr txBox="1">
            <a:spLocks/>
          </p:cNvSpPr>
          <p:nvPr/>
        </p:nvSpPr>
        <p:spPr>
          <a:xfrm>
            <a:off x="716831" y="3847457"/>
            <a:ext cx="10527527" cy="14255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IN" sz="6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BBCD6-90AB-5DFA-4664-F45BC4C65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584" y="185262"/>
            <a:ext cx="7282401" cy="471593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Summary and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170E5-4870-4751-7E93-76449FFF0C16}"/>
              </a:ext>
            </a:extLst>
          </p:cNvPr>
          <p:cNvSpPr txBox="1">
            <a:spLocks/>
          </p:cNvSpPr>
          <p:nvPr/>
        </p:nvSpPr>
        <p:spPr>
          <a:xfrm>
            <a:off x="716830" y="1012518"/>
            <a:ext cx="9447705" cy="3134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Summary:</a:t>
            </a:r>
            <a:r>
              <a:rPr lang="en-US" sz="2000" dirty="0"/>
              <a:t> The paper demonstrates a powerful method to maximize motor torque using FEM analysis and optimized excitation.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900" b="1" dirty="0"/>
              <a:t>Your Learning:</a:t>
            </a:r>
            <a:endParaRPr lang="en-US" sz="1900" dirty="0"/>
          </a:p>
          <a:p>
            <a:pPr lvl="1"/>
            <a:r>
              <a:rPr lang="en-US" sz="1900" dirty="0"/>
              <a:t>Gained insights into Outer Rotor BLDC motor working and torque analysis.</a:t>
            </a:r>
          </a:p>
          <a:p>
            <a:pPr lvl="1"/>
            <a:r>
              <a:rPr lang="en-US" sz="1900" dirty="0"/>
              <a:t>Developed practical skills in using FEMM for electromagnetic simulation.</a:t>
            </a:r>
          </a:p>
          <a:p>
            <a:pPr lvl="1"/>
            <a:r>
              <a:rPr lang="en-US" sz="1900" dirty="0"/>
              <a:t>Familiarized with FreeCAD software for Motor design.</a:t>
            </a:r>
          </a:p>
          <a:p>
            <a:pPr lvl="1"/>
            <a:r>
              <a:rPr lang="en-US" sz="1900" dirty="0"/>
              <a:t>Understood basics of automation using Lua scripting.</a:t>
            </a:r>
          </a:p>
          <a:p>
            <a:pPr marL="0" indent="0">
              <a:buNone/>
            </a:pPr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657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13023</TotalTime>
  <Words>738</Words>
  <Application>Microsoft Office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Times New Roman</vt:lpstr>
      <vt:lpstr>Office Theme</vt:lpstr>
      <vt:lpstr>Simulation of Outer Rotor PMBLDC Motor    for Torque Improvement</vt:lpstr>
      <vt:lpstr>PowerPoint Presentation</vt:lpstr>
      <vt:lpstr>Brushless DC Motor</vt:lpstr>
      <vt:lpstr>Types of BLDC Motor</vt:lpstr>
      <vt:lpstr>Working of BLDC Motor</vt:lpstr>
      <vt:lpstr>FEMM Simulation</vt:lpstr>
      <vt:lpstr>FEMM Simulation</vt:lpstr>
      <vt:lpstr>FEMM Simulation</vt:lpstr>
      <vt:lpstr>FEMM Simulation</vt:lpstr>
      <vt:lpstr>Lua Script for Rotation and Currents updating</vt:lpstr>
      <vt:lpstr>Summary and Learning Outcomes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Phosphorus as Promoter: Deydrogenation and Transfer Hydrogenation</dc:title>
  <dc:creator>Sampath, Abinaya</dc:creator>
  <cp:lastModifiedBy>M V ROHITH REDDY</cp:lastModifiedBy>
  <cp:revision>669</cp:revision>
  <dcterms:created xsi:type="dcterms:W3CDTF">2021-06-28T01:40:05Z</dcterms:created>
  <dcterms:modified xsi:type="dcterms:W3CDTF">2025-11-11T08:36:36Z</dcterms:modified>
</cp:coreProperties>
</file>